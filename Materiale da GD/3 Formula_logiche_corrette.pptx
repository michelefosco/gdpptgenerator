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Layouts/slideLayout19.xml" ContentType="application/vnd.openxmlformats-officedocument.presentationml.slideLayout+xml"/>
  <Override PartName="/ppt/theme/theme6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7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slideLayouts/slideLayout20.xml" ContentType="application/vnd.openxmlformats-officedocument.presentationml.slideLayout+xml"/>
  <Override PartName="/ppt/theme/theme8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9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slideLayouts/slideLayout21.xml" ContentType="application/vnd.openxmlformats-officedocument.presentationml.slideLayout+xml"/>
  <Override PartName="/ppt/theme/theme10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heme/theme11.xml" ContentType="application/vnd.openxmlformats-officedocument.theme+xml"/>
  <Override PartName="/ppt/theme/theme12.xml" ContentType="application/vnd.openxmlformats-officedocument.them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.xml" ContentType="application/vnd.openxmlformats-officedocument.presentationml.notesSlide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  <p:sldMasterId id="2147483650" r:id="rId2"/>
    <p:sldMasterId id="2147483652" r:id="rId3"/>
    <p:sldMasterId id="2147483773" r:id="rId4"/>
    <p:sldMasterId id="2147483775" r:id="rId5"/>
    <p:sldMasterId id="2147483777" r:id="rId6"/>
    <p:sldMasterId id="2147483779" r:id="rId7"/>
    <p:sldMasterId id="2147483781" r:id="rId8"/>
    <p:sldMasterId id="2147483783" r:id="rId9"/>
    <p:sldMasterId id="2147483785" r:id="rId10"/>
  </p:sldMasterIdLst>
  <p:notesMasterIdLst>
    <p:notesMasterId r:id="rId32"/>
  </p:notesMasterIdLst>
  <p:handoutMasterIdLst>
    <p:handoutMasterId r:id="rId33"/>
  </p:handoutMasterIdLst>
  <p:sldIdLst>
    <p:sldId id="278" r:id="rId11"/>
    <p:sldId id="36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58" r:id="rId29"/>
    <p:sldId id="359" r:id="rId30"/>
    <p:sldId id="360" r:id="rId31"/>
  </p:sldIdLst>
  <p:sldSz cx="10688638" cy="6016625"/>
  <p:notesSz cx="6797675" cy="9926638"/>
  <p:custDataLst>
    <p:tags r:id="rId34"/>
  </p:custDataLst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rrino, Francesco" initials="PF" lastIdx="1" clrIdx="0">
    <p:extLst>
      <p:ext uri="{19B8F6BF-5375-455C-9EA6-DF929625EA0E}">
        <p15:presenceInfo xmlns:p15="http://schemas.microsoft.com/office/powerpoint/2012/main" userId="Perrino, Francesc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D70A25"/>
    <a:srgbClr val="A9AFB3"/>
    <a:srgbClr val="A6ACB1"/>
    <a:srgbClr val="60656A"/>
    <a:srgbClr val="D70A26"/>
    <a:srgbClr val="CB0026"/>
    <a:srgbClr val="CB0024"/>
    <a:srgbClr val="6F7479"/>
    <a:srgbClr val="7F8489"/>
    <a:srgbClr val="949A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16" autoAdjust="0"/>
    <p:restoredTop sz="94655" autoAdjust="0"/>
  </p:normalViewPr>
  <p:slideViewPr>
    <p:cSldViewPr snapToGrid="0" snapToObjects="1">
      <p:cViewPr varScale="1">
        <p:scale>
          <a:sx n="66" d="100"/>
          <a:sy n="66" d="100"/>
        </p:scale>
        <p:origin x="72" y="498"/>
      </p:cViewPr>
      <p:guideLst/>
    </p:cSldViewPr>
  </p:slideViewPr>
  <p:outlineViewPr>
    <p:cViewPr>
      <p:scale>
        <a:sx n="33" d="100"/>
        <a:sy n="33" d="100"/>
      </p:scale>
      <p:origin x="0" y="640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3954" y="10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1.xml"/><Relationship Id="rId34" Type="http://schemas.openxmlformats.org/officeDocument/2006/relationships/tags" Target="tags/tag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handoutMaster" Target="handoutMasters/handoutMaster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notesMaster" Target="notesMasters/notesMaster1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D9947-774B-094C-86BB-7C1BB671F378}" type="datetime1">
              <a:rPr lang="it-IT"/>
              <a:pPr/>
              <a:t>27/11/2025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AF8A24-0C5D-BF41-99C9-03DB328E2E94}" type="slidenum">
              <a:rPr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74136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F962A-24C2-CB42-9306-9FB7F7CEB1DA}" type="datetime1">
              <a:rPr lang="it-IT"/>
              <a:pPr/>
              <a:t>27/11/2025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744538"/>
            <a:ext cx="661035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6EEFD-3E4B-594D-810E-916B13FA7E1F}" type="slidenum">
              <a:rPr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63807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6EEFD-3E4B-594D-810E-916B13FA7E1F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2157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&amp;"" serve solo per forzare il valore a essere trattato come testo (utile se ci sono problemi di formattazione).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6EEFD-3E4B-594D-810E-916B13FA7E1F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8212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Cerca il valore della colonna </a:t>
            </a:r>
            <a:r>
              <a:rPr lang="it-IT" b="1" dirty="0"/>
              <a:t>WBE Name</a:t>
            </a:r>
            <a:r>
              <a:rPr lang="it-IT" dirty="0"/>
              <a:t> nella colonna </a:t>
            </a:r>
            <a:r>
              <a:rPr lang="it-IT" b="1" dirty="0"/>
              <a:t>D</a:t>
            </a:r>
            <a:r>
              <a:rPr lang="it-IT" dirty="0"/>
              <a:t> del foglio </a:t>
            </a:r>
            <a:r>
              <a:rPr lang="it-IT" i="1" dirty="0"/>
              <a:t>CN43N</a:t>
            </a:r>
            <a:r>
              <a:rPr lang="it-IT" dirty="0"/>
              <a:t>. Trova la riga corrispondente. Restituisce il valore della </a:t>
            </a:r>
            <a:r>
              <a:rPr lang="it-IT" b="1" dirty="0"/>
              <a:t>colonna E</a:t>
            </a:r>
            <a:r>
              <a:rPr lang="it-IT" dirty="0"/>
              <a:t> di quella riga.</a:t>
            </a:r>
          </a:p>
          <a:p>
            <a:endParaRPr lang="it-IT" dirty="0"/>
          </a:p>
          <a:p>
            <a:r>
              <a:rPr lang="it-IT" dirty="0"/>
              <a:t>Ps. &amp;"" serve solo per forzare il valore a essere trattato come testo (utile se ci sono problemi di formattazione).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6EEFD-3E4B-594D-810E-916B13FA7E1F}" type="slidenum">
              <a:rPr lang="it-IT" smtClean="0"/>
              <a:pPr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7151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MATCH([@[WBS_]]; </a:t>
            </a:r>
            <a:r>
              <a:rPr lang="it-IT" b="1" dirty="0" err="1"/>
              <a:t>table_tabprogettiD</a:t>
            </a:r>
            <a:r>
              <a:rPr lang="it-IT" b="1" dirty="0"/>
              <a:t>[WBS]; 0)</a:t>
            </a:r>
            <a:endParaRPr lang="it-IT" dirty="0"/>
          </a:p>
          <a:p>
            <a:r>
              <a:rPr lang="it-IT" dirty="0"/>
              <a:t>Cerca il valore della colonna </a:t>
            </a:r>
            <a:r>
              <a:rPr lang="it-IT" b="1" dirty="0"/>
              <a:t>WBS_</a:t>
            </a:r>
            <a:r>
              <a:rPr lang="it-IT" dirty="0"/>
              <a:t> della riga corrente all’interno della colonna </a:t>
            </a:r>
            <a:r>
              <a:rPr lang="it-IT" b="1" dirty="0"/>
              <a:t>WBS</a:t>
            </a:r>
            <a:r>
              <a:rPr lang="it-IT" dirty="0"/>
              <a:t> della tabella </a:t>
            </a:r>
            <a:r>
              <a:rPr lang="it-IT" dirty="0" err="1"/>
              <a:t>table_tabprogettiD</a:t>
            </a:r>
            <a:r>
              <a:rPr lang="it-IT" dirty="0"/>
              <a:t>.</a:t>
            </a:r>
          </a:p>
          <a:p>
            <a:r>
              <a:rPr lang="it-IT" dirty="0"/>
              <a:t>0 indica che la ricerca deve essere </a:t>
            </a:r>
            <a:r>
              <a:rPr lang="it-IT" b="1" dirty="0"/>
              <a:t>esatta</a:t>
            </a:r>
            <a:r>
              <a:rPr lang="it-IT" dirty="0"/>
              <a:t>.</a:t>
            </a:r>
          </a:p>
          <a:p>
            <a:r>
              <a:rPr lang="it-IT" b="1" dirty="0"/>
              <a:t>INDEX(</a:t>
            </a:r>
            <a:r>
              <a:rPr lang="it-IT" b="1" dirty="0" err="1"/>
              <a:t>table_tabprogettiD</a:t>
            </a:r>
            <a:r>
              <a:rPr lang="it-IT" b="1" dirty="0"/>
              <a:t>[PROJECT HIGHLIGHT]; …)</a:t>
            </a:r>
            <a:endParaRPr lang="it-IT" dirty="0"/>
          </a:p>
          <a:p>
            <a:r>
              <a:rPr lang="it-IT" dirty="0"/>
              <a:t>Usa il risultato di MATCH come numero di riga per estrarre il valore corrispondente dalla colonna </a:t>
            </a:r>
            <a:r>
              <a:rPr lang="it-IT" b="1" dirty="0"/>
              <a:t>PROJECT HIGHLIGHT</a:t>
            </a:r>
            <a:r>
              <a:rPr lang="it-IT" dirty="0"/>
              <a:t> della stessa tabella.</a:t>
            </a:r>
          </a:p>
          <a:p>
            <a:r>
              <a:rPr lang="it-IT" b="1" dirty="0"/>
              <a:t>IFERROR(...; "")</a:t>
            </a:r>
            <a:endParaRPr lang="it-IT" dirty="0"/>
          </a:p>
          <a:p>
            <a:r>
              <a:rPr lang="it-IT" dirty="0"/>
              <a:t>Se c’è un errore (ad esempio, il valore WBS_ non viene trovato), restituisce "" (vuoto) invece di un errore.</a:t>
            </a:r>
          </a:p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6EEFD-3E4B-594D-810E-916B13FA7E1F}" type="slidenum">
              <a:rPr lang="it-IT" smtClean="0"/>
              <a:pPr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4388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6EEFD-3E4B-594D-810E-916B13FA7E1F}" type="slidenum">
              <a:rPr lang="it-IT" smtClean="0"/>
              <a:pPr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841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.xml"/><Relationship Id="rId4" Type="http://schemas.openxmlformats.org/officeDocument/2006/relationships/image" Target="../media/image6.em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.xml"/><Relationship Id="rId4" Type="http://schemas.openxmlformats.org/officeDocument/2006/relationships/image" Target="../media/image6.emf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titolo 1"/>
          <p:cNvSpPr>
            <a:spLocks noGrp="1"/>
          </p:cNvSpPr>
          <p:nvPr>
            <p:ph type="title" hasCustomPrompt="1"/>
          </p:nvPr>
        </p:nvSpPr>
        <p:spPr>
          <a:xfrm>
            <a:off x="652821" y="3211586"/>
            <a:ext cx="7688218" cy="4171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24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it-IT"/>
              <a:t>PRESENTATION TITLE</a:t>
            </a:r>
          </a:p>
        </p:txBody>
      </p:sp>
      <p:sp>
        <p:nvSpPr>
          <p:cNvPr id="8" name="Segnaposto data 11"/>
          <p:cNvSpPr>
            <a:spLocks noGrp="1"/>
          </p:cNvSpPr>
          <p:nvPr>
            <p:ph type="dt" sz="half" idx="2"/>
          </p:nvPr>
        </p:nvSpPr>
        <p:spPr>
          <a:xfrm>
            <a:off x="5661144" y="3628751"/>
            <a:ext cx="2684539" cy="320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fld id="{8214DEE6-7743-F44A-92DF-ABEA6EBF579C}" type="datetime1">
              <a:rPr lang="it-IT"/>
              <a:pPr/>
              <a:t>27/11/2025</a:t>
            </a:fld>
            <a:endParaRPr lang="it-IT"/>
          </a:p>
        </p:txBody>
      </p:sp>
      <p:sp>
        <p:nvSpPr>
          <p:cNvPr id="9" name="Segnaposto testo 10"/>
          <p:cNvSpPr>
            <a:spLocks noGrp="1"/>
          </p:cNvSpPr>
          <p:nvPr>
            <p:ph type="body" sz="quarter" idx="10" hasCustomPrompt="1"/>
          </p:nvPr>
        </p:nvSpPr>
        <p:spPr>
          <a:xfrm>
            <a:off x="652821" y="3628751"/>
            <a:ext cx="5008323" cy="3206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1">
                <a:solidFill>
                  <a:schemeClr val="bg1"/>
                </a:solidFill>
                <a:latin typeface="Arial"/>
                <a:cs typeface="Arial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it-IT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41642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2674384" y="796477"/>
            <a:ext cx="4041339" cy="52214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r>
              <a:rPr lang="it-IT"/>
              <a:t>INDEX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2671762" y="1329382"/>
            <a:ext cx="567790" cy="2943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1" i="1">
                <a:solidFill>
                  <a:srgbClr val="60656A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N</a:t>
            </a:r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13" hasCustomPrompt="1"/>
          </p:nvPr>
        </p:nvSpPr>
        <p:spPr>
          <a:xfrm>
            <a:off x="3254973" y="1339501"/>
            <a:ext cx="3460750" cy="29337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>
                <a:solidFill>
                  <a:srgbClr val="60656A"/>
                </a:solidFill>
                <a:latin typeface="Arial"/>
                <a:cs typeface="Arial"/>
              </a:defRPr>
            </a:lvl1pPr>
            <a:lvl3pPr marL="0">
              <a:defRPr sz="1200" baseline="0">
                <a:solidFill>
                  <a:srgbClr val="60656A"/>
                </a:solidFill>
              </a:defRPr>
            </a:lvl3pPr>
          </a:lstStyle>
          <a:p>
            <a:pPr lvl="0"/>
            <a:r>
              <a:rPr lang="it-IT"/>
              <a:t>First level</a:t>
            </a:r>
          </a:p>
          <a:p>
            <a:pPr lvl="2"/>
            <a:r>
              <a:rPr lang="it-IT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832475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322695" y="2418172"/>
            <a:ext cx="4041339" cy="522143"/>
          </a:xfrm>
          <a:prstGeom prst="rect">
            <a:avLst/>
          </a:prstGeom>
        </p:spPr>
        <p:txBody>
          <a:bodyPr/>
          <a:lstStyle>
            <a:lvl1pPr algn="ctr">
              <a:defRPr sz="2300" b="1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8457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322695" y="2418172"/>
            <a:ext cx="4041339" cy="522143"/>
          </a:xfrm>
          <a:prstGeom prst="rect">
            <a:avLst/>
          </a:prstGeom>
        </p:spPr>
        <p:txBody>
          <a:bodyPr/>
          <a:lstStyle>
            <a:lvl1pPr algn="ctr">
              <a:defRPr sz="2300" b="1">
                <a:solidFill>
                  <a:schemeClr val="tx1"/>
                </a:solidFill>
              </a:defRPr>
            </a:lvl1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quarter" idx="10" hasCustomPrompt="1"/>
          </p:nvPr>
        </p:nvSpPr>
        <p:spPr>
          <a:xfrm>
            <a:off x="2578344" y="5568212"/>
            <a:ext cx="1700213" cy="40005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200" b="1">
                <a:latin typeface="Arial"/>
                <a:cs typeface="Arial"/>
              </a:defRPr>
            </a:lvl1pPr>
            <a:lvl2pPr marL="457200" indent="0" algn="ctr">
              <a:buNone/>
              <a:defRPr sz="1200" b="1"/>
            </a:lvl2pPr>
            <a:lvl3pPr marL="914400" indent="0" algn="ctr">
              <a:buNone/>
              <a:defRPr sz="1200" b="1"/>
            </a:lvl3pPr>
            <a:lvl4pPr marL="1371600" indent="0" algn="ctr">
              <a:buNone/>
              <a:defRPr sz="1200" b="1"/>
            </a:lvl4pPr>
            <a:lvl5pPr marL="1828800" indent="0" algn="ctr">
              <a:buNone/>
              <a:defRPr sz="1200" b="1"/>
            </a:lvl5pPr>
          </a:lstStyle>
          <a:p>
            <a:pPr lvl="0"/>
            <a:r>
              <a:rPr lang="it-IT"/>
              <a:t>Fare clic per inserire il testo</a:t>
            </a:r>
          </a:p>
        </p:txBody>
      </p:sp>
    </p:spTree>
    <p:extLst>
      <p:ext uri="{BB962C8B-B14F-4D97-AF65-F5344CB8AC3E}">
        <p14:creationId xmlns:p14="http://schemas.microsoft.com/office/powerpoint/2010/main" val="2105619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-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8"/>
          <p:cNvSpPr>
            <a:spLocks noGrp="1"/>
          </p:cNvSpPr>
          <p:nvPr>
            <p:ph type="body" sz="quarter" idx="13" hasCustomPrompt="1"/>
          </p:nvPr>
        </p:nvSpPr>
        <p:spPr>
          <a:xfrm>
            <a:off x="678568" y="464994"/>
            <a:ext cx="9156450" cy="3905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Slide title</a:t>
            </a:r>
          </a:p>
        </p:txBody>
      </p:sp>
      <p:sp>
        <p:nvSpPr>
          <p:cNvPr id="11" name="Segnaposto immagine 10"/>
          <p:cNvSpPr>
            <a:spLocks noGrp="1"/>
          </p:cNvSpPr>
          <p:nvPr>
            <p:ph type="pic" sz="quarter" idx="14" hasCustomPrompt="1"/>
          </p:nvPr>
        </p:nvSpPr>
        <p:spPr>
          <a:xfrm>
            <a:off x="677862" y="2246313"/>
            <a:ext cx="2952000" cy="1219200"/>
          </a:xfrm>
          <a:prstGeom prst="rect">
            <a:avLst/>
          </a:prstGeom>
        </p:spPr>
        <p:txBody>
          <a:bodyPr vert="horz"/>
          <a:lstStyle>
            <a:lvl1pPr marL="0" indent="0" algn="ctr">
              <a:spcAft>
                <a:spcPts val="0"/>
              </a:spcAft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it-IT"/>
              <a:t>Image</a:t>
            </a:r>
          </a:p>
        </p:txBody>
      </p:sp>
      <p:sp>
        <p:nvSpPr>
          <p:cNvPr id="12" name="Segnaposto immagine 10"/>
          <p:cNvSpPr>
            <a:spLocks noGrp="1"/>
          </p:cNvSpPr>
          <p:nvPr>
            <p:ph type="pic" sz="quarter" idx="15" hasCustomPrompt="1"/>
          </p:nvPr>
        </p:nvSpPr>
        <p:spPr>
          <a:xfrm>
            <a:off x="3780440" y="2246313"/>
            <a:ext cx="2952000" cy="1219200"/>
          </a:xfrm>
          <a:prstGeom prst="rect">
            <a:avLst/>
          </a:prstGeom>
        </p:spPr>
        <p:txBody>
          <a:bodyPr vert="horz"/>
          <a:lstStyle>
            <a:lvl1pPr marL="0" indent="0" algn="ctr">
              <a:spcAft>
                <a:spcPts val="0"/>
              </a:spcAft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it-IT"/>
              <a:t>Image</a:t>
            </a:r>
          </a:p>
        </p:txBody>
      </p:sp>
      <p:sp>
        <p:nvSpPr>
          <p:cNvPr id="13" name="Segnaposto immagine 10"/>
          <p:cNvSpPr>
            <a:spLocks noGrp="1"/>
          </p:cNvSpPr>
          <p:nvPr>
            <p:ph type="pic" sz="quarter" idx="16" hasCustomPrompt="1"/>
          </p:nvPr>
        </p:nvSpPr>
        <p:spPr>
          <a:xfrm>
            <a:off x="6883018" y="2245891"/>
            <a:ext cx="2952000" cy="1219200"/>
          </a:xfrm>
          <a:prstGeom prst="rect">
            <a:avLst/>
          </a:prstGeom>
        </p:spPr>
        <p:txBody>
          <a:bodyPr vert="horz"/>
          <a:lstStyle>
            <a:lvl1pPr marL="0" indent="0" algn="ctr">
              <a:spcAft>
                <a:spcPts val="0"/>
              </a:spcAft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it-IT"/>
              <a:t>Image</a:t>
            </a:r>
          </a:p>
        </p:txBody>
      </p:sp>
      <p:sp>
        <p:nvSpPr>
          <p:cNvPr id="15" name="Segnaposto testo 14"/>
          <p:cNvSpPr>
            <a:spLocks noGrp="1"/>
          </p:cNvSpPr>
          <p:nvPr>
            <p:ph type="body" sz="quarter" idx="17"/>
          </p:nvPr>
        </p:nvSpPr>
        <p:spPr>
          <a:xfrm>
            <a:off x="677863" y="1146175"/>
            <a:ext cx="9157155" cy="110013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>
                <a:solidFill>
                  <a:srgbClr val="60656A"/>
                </a:solidFill>
              </a:defRPr>
            </a:lvl2pPr>
            <a:lvl3pPr marL="914400" indent="0">
              <a:buNone/>
              <a:defRPr sz="1400">
                <a:solidFill>
                  <a:srgbClr val="60656A"/>
                </a:solidFill>
              </a:defRPr>
            </a:lvl3pPr>
            <a:lvl4pPr marL="1371600" indent="0">
              <a:buNone/>
              <a:defRPr sz="1400">
                <a:solidFill>
                  <a:srgbClr val="60656A"/>
                </a:solidFill>
              </a:defRPr>
            </a:lvl4pPr>
            <a:lvl5pPr marL="1828800" indent="0">
              <a:buNone/>
              <a:defRPr sz="1400">
                <a:solidFill>
                  <a:srgbClr val="60656A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7" name="Segnaposto testo 16"/>
          <p:cNvSpPr>
            <a:spLocks noGrp="1"/>
          </p:cNvSpPr>
          <p:nvPr>
            <p:ph type="body" sz="quarter" idx="18"/>
          </p:nvPr>
        </p:nvSpPr>
        <p:spPr>
          <a:xfrm>
            <a:off x="677863" y="3465513"/>
            <a:ext cx="9144059" cy="12731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>
                <a:solidFill>
                  <a:srgbClr val="60656A"/>
                </a:solidFill>
              </a:defRPr>
            </a:lvl2pPr>
            <a:lvl3pPr marL="914400" indent="0">
              <a:buNone/>
              <a:defRPr sz="1400">
                <a:solidFill>
                  <a:srgbClr val="60656A"/>
                </a:solidFill>
              </a:defRPr>
            </a:lvl3pPr>
            <a:lvl4pPr marL="1371600" indent="0">
              <a:buNone/>
              <a:defRPr sz="1400">
                <a:solidFill>
                  <a:srgbClr val="60656A"/>
                </a:solidFill>
              </a:defRPr>
            </a:lvl4pPr>
            <a:lvl5pPr marL="1828800" indent="0">
              <a:buNone/>
              <a:defRPr sz="1400">
                <a:solidFill>
                  <a:srgbClr val="60656A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485866" y="5690164"/>
            <a:ext cx="2133554" cy="212296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26739B6E-F0F0-0749-A211-262B46D51482}" type="slidenum">
              <a:rPr lang="it-IT"/>
              <a:pPr/>
              <a:t>‹#›</a:t>
            </a:fld>
            <a:endParaRPr lang="it-IT"/>
          </a:p>
        </p:txBody>
      </p:sp>
      <p:sp>
        <p:nvSpPr>
          <p:cNvPr id="19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826622" y="5690163"/>
            <a:ext cx="3224678" cy="213103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it-IT"/>
          </a:p>
        </p:txBody>
      </p:sp>
      <p:sp>
        <p:nvSpPr>
          <p:cNvPr id="20" name="Segnaposto data 11"/>
          <p:cNvSpPr>
            <a:spLocks noGrp="1"/>
          </p:cNvSpPr>
          <p:nvPr>
            <p:ph type="dt" sz="half" idx="2"/>
          </p:nvPr>
        </p:nvSpPr>
        <p:spPr>
          <a:xfrm>
            <a:off x="98072" y="5690164"/>
            <a:ext cx="842849" cy="213103"/>
          </a:xfrm>
          <a:prstGeom prst="rect">
            <a:avLst/>
          </a:prstGeom>
        </p:spPr>
        <p:txBody>
          <a:bodyPr vert="horz" lIns="72000" tIns="45720" rIns="72000" bIns="46800" rtlCol="0" anchor="ctr"/>
          <a:lstStyle>
            <a:lvl1pPr algn="l">
              <a:defRPr sz="8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fld id="{B9C6BC69-A223-7D4A-AE22-15BEED04061C}" type="datetime1">
              <a:rPr lang="it-IT"/>
              <a:pPr/>
              <a:t>27/11/2025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2623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-singl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ggetto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121890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3" imgW="270" imgH="270" progId="TCLayout.ActiveDocument.1">
                  <p:embed/>
                </p:oleObj>
              </mc:Choice>
              <mc:Fallback>
                <p:oleObj name="Diapositiva think-cell" r:id="rId3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egnaposto testo 8"/>
          <p:cNvSpPr>
            <a:spLocks noGrp="1"/>
          </p:cNvSpPr>
          <p:nvPr>
            <p:ph type="body" sz="quarter" idx="13" hasCustomPrompt="1"/>
          </p:nvPr>
        </p:nvSpPr>
        <p:spPr>
          <a:xfrm>
            <a:off x="678568" y="464994"/>
            <a:ext cx="9174082" cy="3905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Slide title</a:t>
            </a:r>
          </a:p>
        </p:txBody>
      </p:sp>
      <p:sp>
        <p:nvSpPr>
          <p:cNvPr id="11" name="Segnaposto immagine 10"/>
          <p:cNvSpPr>
            <a:spLocks noGrp="1"/>
          </p:cNvSpPr>
          <p:nvPr>
            <p:ph type="pic" sz="quarter" idx="14" hasCustomPrompt="1"/>
          </p:nvPr>
        </p:nvSpPr>
        <p:spPr>
          <a:xfrm>
            <a:off x="677862" y="1213039"/>
            <a:ext cx="9174787" cy="2252474"/>
          </a:xfrm>
          <a:prstGeom prst="rect">
            <a:avLst/>
          </a:prstGeom>
        </p:spPr>
        <p:txBody>
          <a:bodyPr vert="horz"/>
          <a:lstStyle>
            <a:lvl1pPr marL="0" indent="0" algn="ctr">
              <a:spcAft>
                <a:spcPts val="0"/>
              </a:spcAft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it-IT"/>
              <a:t>Image</a:t>
            </a:r>
          </a:p>
        </p:txBody>
      </p:sp>
      <p:sp>
        <p:nvSpPr>
          <p:cNvPr id="17" name="Segnaposto testo 16"/>
          <p:cNvSpPr>
            <a:spLocks noGrp="1"/>
          </p:cNvSpPr>
          <p:nvPr>
            <p:ph type="body" sz="quarter" idx="18"/>
          </p:nvPr>
        </p:nvSpPr>
        <p:spPr>
          <a:xfrm>
            <a:off x="677863" y="3465513"/>
            <a:ext cx="9174786" cy="12731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>
                <a:solidFill>
                  <a:srgbClr val="60656A"/>
                </a:solidFill>
              </a:defRPr>
            </a:lvl2pPr>
            <a:lvl3pPr marL="914400" indent="0">
              <a:buNone/>
              <a:defRPr sz="1400">
                <a:solidFill>
                  <a:srgbClr val="60656A"/>
                </a:solidFill>
              </a:defRPr>
            </a:lvl3pPr>
            <a:lvl4pPr marL="1371600" indent="0">
              <a:buNone/>
              <a:defRPr sz="1400">
                <a:solidFill>
                  <a:srgbClr val="60656A"/>
                </a:solidFill>
              </a:defRPr>
            </a:lvl4pPr>
            <a:lvl5pPr marL="1828800" indent="0">
              <a:buNone/>
              <a:defRPr sz="1400">
                <a:solidFill>
                  <a:srgbClr val="60656A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485866" y="5690164"/>
            <a:ext cx="2133554" cy="212296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26739B6E-F0F0-0749-A211-262B46D51482}" type="slidenum">
              <a:rPr lang="it-IT"/>
              <a:pPr/>
              <a:t>‹#›</a:t>
            </a:fld>
            <a:endParaRPr lang="it-IT"/>
          </a:p>
        </p:txBody>
      </p:sp>
      <p:sp>
        <p:nvSpPr>
          <p:cNvPr id="18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826622" y="5690163"/>
            <a:ext cx="3224678" cy="213103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it-IT"/>
          </a:p>
        </p:txBody>
      </p:sp>
      <p:sp>
        <p:nvSpPr>
          <p:cNvPr id="19" name="Segnaposto data 11"/>
          <p:cNvSpPr>
            <a:spLocks noGrp="1"/>
          </p:cNvSpPr>
          <p:nvPr>
            <p:ph type="dt" sz="half" idx="2"/>
          </p:nvPr>
        </p:nvSpPr>
        <p:spPr>
          <a:xfrm>
            <a:off x="98072" y="5690164"/>
            <a:ext cx="842849" cy="213103"/>
          </a:xfrm>
          <a:prstGeom prst="rect">
            <a:avLst/>
          </a:prstGeom>
        </p:spPr>
        <p:txBody>
          <a:bodyPr vert="horz" lIns="72000" tIns="45720" rIns="72000" bIns="46800" rtlCol="0" anchor="ctr"/>
          <a:lstStyle>
            <a:lvl1pPr algn="l">
              <a:defRPr sz="8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fld id="{B9C6BC69-A223-7D4A-AE22-15BEED04061C}" type="datetime1">
              <a:rPr lang="it-IT"/>
              <a:pPr/>
              <a:t>27/11/2025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2781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-single image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8"/>
          <p:cNvSpPr>
            <a:spLocks noGrp="1"/>
          </p:cNvSpPr>
          <p:nvPr>
            <p:ph type="body" sz="quarter" idx="13" hasCustomPrompt="1"/>
          </p:nvPr>
        </p:nvSpPr>
        <p:spPr>
          <a:xfrm>
            <a:off x="678568" y="464994"/>
            <a:ext cx="9153596" cy="3905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Slide title</a:t>
            </a:r>
          </a:p>
        </p:txBody>
      </p:sp>
      <p:sp>
        <p:nvSpPr>
          <p:cNvPr id="11" name="Segnaposto immagine 10"/>
          <p:cNvSpPr>
            <a:spLocks noGrp="1"/>
          </p:cNvSpPr>
          <p:nvPr>
            <p:ph type="pic" sz="quarter" idx="14" hasCustomPrompt="1"/>
          </p:nvPr>
        </p:nvSpPr>
        <p:spPr>
          <a:xfrm>
            <a:off x="3250899" y="1213038"/>
            <a:ext cx="6581265" cy="3525649"/>
          </a:xfrm>
          <a:prstGeom prst="rect">
            <a:avLst/>
          </a:prstGeom>
        </p:spPr>
        <p:txBody>
          <a:bodyPr vert="horz"/>
          <a:lstStyle>
            <a:lvl1pPr marL="0" indent="0" algn="ctr">
              <a:spcAft>
                <a:spcPts val="0"/>
              </a:spcAft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it-IT"/>
              <a:t>Image</a:t>
            </a:r>
          </a:p>
        </p:txBody>
      </p:sp>
      <p:sp>
        <p:nvSpPr>
          <p:cNvPr id="8" name="Rettangolo 7"/>
          <p:cNvSpPr/>
          <p:nvPr/>
        </p:nvSpPr>
        <p:spPr>
          <a:xfrm>
            <a:off x="677158" y="1556643"/>
            <a:ext cx="2573741" cy="318204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Segnaposto testo 16"/>
          <p:cNvSpPr>
            <a:spLocks noGrp="1"/>
          </p:cNvSpPr>
          <p:nvPr>
            <p:ph type="body" sz="quarter" idx="18"/>
          </p:nvPr>
        </p:nvSpPr>
        <p:spPr>
          <a:xfrm>
            <a:off x="677863" y="1556643"/>
            <a:ext cx="2573037" cy="318204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>
                <a:solidFill>
                  <a:srgbClr val="60656A"/>
                </a:solidFill>
              </a:defRPr>
            </a:lvl2pPr>
            <a:lvl3pPr marL="914400" indent="0">
              <a:buNone/>
              <a:defRPr sz="1400">
                <a:solidFill>
                  <a:srgbClr val="60656A"/>
                </a:solidFill>
              </a:defRPr>
            </a:lvl3pPr>
            <a:lvl4pPr marL="1371600" indent="0">
              <a:buNone/>
              <a:defRPr sz="1400">
                <a:solidFill>
                  <a:srgbClr val="60656A"/>
                </a:solidFill>
              </a:defRPr>
            </a:lvl4pPr>
            <a:lvl5pPr marL="1828800" indent="0">
              <a:buNone/>
              <a:defRPr sz="1400">
                <a:solidFill>
                  <a:srgbClr val="60656A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Rettangolo 6"/>
          <p:cNvSpPr/>
          <p:nvPr/>
        </p:nvSpPr>
        <p:spPr>
          <a:xfrm>
            <a:off x="677158" y="1212850"/>
            <a:ext cx="2573741" cy="34379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60656A"/>
              </a:solidFill>
            </a:endParaRPr>
          </a:p>
        </p:txBody>
      </p:sp>
      <p:sp>
        <p:nvSpPr>
          <p:cNvPr id="4" name="Segnaposto testo 3"/>
          <p:cNvSpPr>
            <a:spLocks noGrp="1"/>
          </p:cNvSpPr>
          <p:nvPr>
            <p:ph type="body" sz="quarter" idx="19" hasCustomPrompt="1"/>
          </p:nvPr>
        </p:nvSpPr>
        <p:spPr>
          <a:xfrm>
            <a:off x="677863" y="1212851"/>
            <a:ext cx="2573337" cy="343792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l">
              <a:buNone/>
              <a:defRPr sz="1400" b="1"/>
            </a:lvl2pPr>
            <a:lvl3pPr marL="914400" indent="0" algn="l">
              <a:buNone/>
              <a:defRPr sz="1400" b="1"/>
            </a:lvl3pPr>
            <a:lvl4pPr marL="1371600" indent="0" algn="l">
              <a:buNone/>
              <a:defRPr sz="1400" b="1"/>
            </a:lvl4pPr>
            <a:lvl5pPr marL="1828800" indent="0" algn="l">
              <a:buNone/>
              <a:defRPr sz="1400" b="1"/>
            </a:lvl5pPr>
          </a:lstStyle>
          <a:p>
            <a:pPr lvl="0"/>
            <a:r>
              <a:rPr lang="it-IT"/>
              <a:t>Title</a:t>
            </a:r>
          </a:p>
        </p:txBody>
      </p:sp>
      <p:sp>
        <p:nvSpPr>
          <p:cNvPr id="13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485866" y="5690164"/>
            <a:ext cx="2133554" cy="212296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26739B6E-F0F0-0749-A211-262B46D51482}" type="slidenum">
              <a:rPr lang="it-IT"/>
              <a:pPr/>
              <a:t>‹#›</a:t>
            </a:fld>
            <a:endParaRPr lang="it-IT"/>
          </a:p>
        </p:txBody>
      </p:sp>
      <p:sp>
        <p:nvSpPr>
          <p:cNvPr id="19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826622" y="5690163"/>
            <a:ext cx="3224678" cy="213103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it-IT"/>
          </a:p>
        </p:txBody>
      </p:sp>
      <p:sp>
        <p:nvSpPr>
          <p:cNvPr id="20" name="Segnaposto data 11"/>
          <p:cNvSpPr>
            <a:spLocks noGrp="1"/>
          </p:cNvSpPr>
          <p:nvPr>
            <p:ph type="dt" sz="half" idx="2"/>
          </p:nvPr>
        </p:nvSpPr>
        <p:spPr>
          <a:xfrm>
            <a:off x="98072" y="5690164"/>
            <a:ext cx="842849" cy="213103"/>
          </a:xfrm>
          <a:prstGeom prst="rect">
            <a:avLst/>
          </a:prstGeom>
        </p:spPr>
        <p:txBody>
          <a:bodyPr vert="horz" lIns="72000" tIns="45720" rIns="72000" bIns="46800" rtlCol="0" anchor="ctr"/>
          <a:lstStyle>
            <a:lvl1pPr algn="l">
              <a:defRPr sz="8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fld id="{B9C6BC69-A223-7D4A-AE22-15BEED04061C}" type="datetime1">
              <a:rPr lang="it-IT"/>
              <a:pPr/>
              <a:t>27/11/2025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6684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-single image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8"/>
          <p:cNvSpPr>
            <a:spLocks noGrp="1"/>
          </p:cNvSpPr>
          <p:nvPr>
            <p:ph type="body" sz="quarter" idx="13" hasCustomPrompt="1"/>
          </p:nvPr>
        </p:nvSpPr>
        <p:spPr>
          <a:xfrm>
            <a:off x="678568" y="464994"/>
            <a:ext cx="9086145" cy="3905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Slide title</a:t>
            </a:r>
          </a:p>
        </p:txBody>
      </p:sp>
      <p:sp>
        <p:nvSpPr>
          <p:cNvPr id="17" name="Segnaposto testo 16"/>
          <p:cNvSpPr>
            <a:spLocks noGrp="1"/>
          </p:cNvSpPr>
          <p:nvPr>
            <p:ph type="body" sz="quarter" idx="18"/>
          </p:nvPr>
        </p:nvSpPr>
        <p:spPr>
          <a:xfrm>
            <a:off x="677863" y="1777814"/>
            <a:ext cx="2715678" cy="272722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>
                <a:solidFill>
                  <a:srgbClr val="60656A"/>
                </a:solidFill>
              </a:defRPr>
            </a:lvl1pPr>
            <a:lvl2pPr marL="457200" indent="0">
              <a:buNone/>
              <a:defRPr sz="1400">
                <a:solidFill>
                  <a:srgbClr val="60656A"/>
                </a:solidFill>
              </a:defRPr>
            </a:lvl2pPr>
            <a:lvl3pPr marL="914400" indent="0">
              <a:buNone/>
              <a:defRPr sz="1400">
                <a:solidFill>
                  <a:srgbClr val="60656A"/>
                </a:solidFill>
              </a:defRPr>
            </a:lvl3pPr>
            <a:lvl4pPr marL="1371600" indent="0">
              <a:buNone/>
              <a:defRPr sz="1400">
                <a:solidFill>
                  <a:srgbClr val="60656A"/>
                </a:solidFill>
              </a:defRPr>
            </a:lvl4pPr>
            <a:lvl5pPr marL="1828800" indent="0">
              <a:buNone/>
              <a:defRPr sz="1400">
                <a:solidFill>
                  <a:srgbClr val="60656A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5" name="Segnaposto testo 16"/>
          <p:cNvSpPr>
            <a:spLocks noGrp="1"/>
          </p:cNvSpPr>
          <p:nvPr>
            <p:ph type="body" sz="quarter" idx="19"/>
          </p:nvPr>
        </p:nvSpPr>
        <p:spPr>
          <a:xfrm>
            <a:off x="678568" y="1214127"/>
            <a:ext cx="2715678" cy="56368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457200" indent="0">
              <a:buNone/>
              <a:defRPr sz="1400">
                <a:solidFill>
                  <a:srgbClr val="60656A"/>
                </a:solidFill>
              </a:defRPr>
            </a:lvl2pPr>
            <a:lvl3pPr marL="914400" indent="0">
              <a:buNone/>
              <a:defRPr sz="1400">
                <a:solidFill>
                  <a:srgbClr val="60656A"/>
                </a:solidFill>
              </a:defRPr>
            </a:lvl3pPr>
            <a:lvl4pPr marL="1371600" indent="0">
              <a:buNone/>
              <a:defRPr sz="1400">
                <a:solidFill>
                  <a:srgbClr val="60656A"/>
                </a:solidFill>
              </a:defRPr>
            </a:lvl4pPr>
            <a:lvl5pPr marL="1828800" indent="0">
              <a:buNone/>
              <a:defRPr sz="1400">
                <a:solidFill>
                  <a:srgbClr val="60656A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Segnaposto immagine 6"/>
          <p:cNvSpPr>
            <a:spLocks noGrp="1"/>
          </p:cNvSpPr>
          <p:nvPr>
            <p:ph type="pic" sz="quarter" idx="20" hasCustomPrompt="1"/>
          </p:nvPr>
        </p:nvSpPr>
        <p:spPr>
          <a:xfrm>
            <a:off x="3394075" y="1214438"/>
            <a:ext cx="6370638" cy="3290887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600">
                <a:solidFill>
                  <a:srgbClr val="60656A"/>
                </a:solidFill>
              </a:defRPr>
            </a:lvl1pPr>
          </a:lstStyle>
          <a:p>
            <a:r>
              <a:rPr lang="it-IT"/>
              <a:t>Image</a:t>
            </a:r>
          </a:p>
        </p:txBody>
      </p:sp>
      <p:sp>
        <p:nvSpPr>
          <p:cNvPr id="11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485866" y="5690164"/>
            <a:ext cx="2133554" cy="212296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26739B6E-F0F0-0749-A211-262B46D51482}" type="slidenum">
              <a:rPr lang="it-IT"/>
              <a:pPr/>
              <a:t>‹#›</a:t>
            </a:fld>
            <a:endParaRPr lang="it-IT"/>
          </a:p>
        </p:txBody>
      </p:sp>
      <p:sp>
        <p:nvSpPr>
          <p:cNvPr id="10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826622" y="5690163"/>
            <a:ext cx="3224678" cy="213103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it-IT"/>
          </a:p>
        </p:txBody>
      </p:sp>
      <p:sp>
        <p:nvSpPr>
          <p:cNvPr id="12" name="Segnaposto data 11"/>
          <p:cNvSpPr>
            <a:spLocks noGrp="1"/>
          </p:cNvSpPr>
          <p:nvPr>
            <p:ph type="dt" sz="half" idx="2"/>
          </p:nvPr>
        </p:nvSpPr>
        <p:spPr>
          <a:xfrm>
            <a:off x="98072" y="5690164"/>
            <a:ext cx="842849" cy="213103"/>
          </a:xfrm>
          <a:prstGeom prst="rect">
            <a:avLst/>
          </a:prstGeom>
        </p:spPr>
        <p:txBody>
          <a:bodyPr vert="horz" lIns="72000" tIns="45720" rIns="72000" bIns="46800" rtlCol="0" anchor="ctr"/>
          <a:lstStyle>
            <a:lvl1pPr algn="l">
              <a:defRPr sz="8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fld id="{B9C6BC69-A223-7D4A-AE22-15BEED04061C}" type="datetime1">
              <a:rPr lang="it-IT"/>
              <a:pPr/>
              <a:t>27/11/2025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7506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8"/>
          <p:cNvSpPr>
            <a:spLocks noGrp="1"/>
          </p:cNvSpPr>
          <p:nvPr>
            <p:ph type="body" sz="quarter" idx="13" hasCustomPrompt="1"/>
          </p:nvPr>
        </p:nvSpPr>
        <p:spPr>
          <a:xfrm>
            <a:off x="678568" y="464994"/>
            <a:ext cx="9095642" cy="390525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Slide title</a:t>
            </a:r>
          </a:p>
        </p:txBody>
      </p:sp>
      <p:sp>
        <p:nvSpPr>
          <p:cNvPr id="17" name="Segnaposto testo 16"/>
          <p:cNvSpPr>
            <a:spLocks noGrp="1"/>
          </p:cNvSpPr>
          <p:nvPr>
            <p:ph type="body" sz="quarter" idx="18"/>
          </p:nvPr>
        </p:nvSpPr>
        <p:spPr>
          <a:xfrm>
            <a:off x="677863" y="3465513"/>
            <a:ext cx="9096347" cy="12731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>
                <a:solidFill>
                  <a:srgbClr val="60656A"/>
                </a:solidFill>
              </a:defRPr>
            </a:lvl1pPr>
            <a:lvl2pPr marL="457200" indent="0">
              <a:buNone/>
              <a:defRPr sz="1400">
                <a:solidFill>
                  <a:srgbClr val="60656A"/>
                </a:solidFill>
              </a:defRPr>
            </a:lvl2pPr>
            <a:lvl3pPr marL="914400" indent="0">
              <a:buNone/>
              <a:defRPr sz="1400">
                <a:solidFill>
                  <a:srgbClr val="60656A"/>
                </a:solidFill>
              </a:defRPr>
            </a:lvl3pPr>
            <a:lvl4pPr marL="1371600" indent="0">
              <a:buNone/>
              <a:defRPr sz="1400">
                <a:solidFill>
                  <a:srgbClr val="60656A"/>
                </a:solidFill>
              </a:defRPr>
            </a:lvl4pPr>
            <a:lvl5pPr marL="1828800" indent="0">
              <a:buNone/>
              <a:defRPr sz="1400">
                <a:solidFill>
                  <a:srgbClr val="60656A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Segnaposto tabella 2"/>
          <p:cNvSpPr>
            <a:spLocks noGrp="1"/>
          </p:cNvSpPr>
          <p:nvPr>
            <p:ph type="tbl" sz="quarter" idx="19" hasCustomPrompt="1"/>
          </p:nvPr>
        </p:nvSpPr>
        <p:spPr>
          <a:xfrm>
            <a:off x="677863" y="1138238"/>
            <a:ext cx="9096347" cy="2327275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600">
                <a:solidFill>
                  <a:srgbClr val="60656A"/>
                </a:solidFill>
              </a:defRPr>
            </a:lvl1pPr>
          </a:lstStyle>
          <a:p>
            <a:r>
              <a:rPr lang="it-IT"/>
              <a:t>Grid</a:t>
            </a:r>
          </a:p>
        </p:txBody>
      </p:sp>
      <p:sp>
        <p:nvSpPr>
          <p:cNvPr id="11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485866" y="5690164"/>
            <a:ext cx="2133554" cy="212296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26739B6E-F0F0-0749-A211-262B46D51482}" type="slidenum">
              <a:rPr lang="it-IT"/>
              <a:pPr/>
              <a:t>‹#›</a:t>
            </a:fld>
            <a:endParaRPr lang="it-IT"/>
          </a:p>
        </p:txBody>
      </p:sp>
      <p:sp>
        <p:nvSpPr>
          <p:cNvPr id="10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826622" y="5690163"/>
            <a:ext cx="3224678" cy="213103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it-IT"/>
          </a:p>
        </p:txBody>
      </p:sp>
      <p:sp>
        <p:nvSpPr>
          <p:cNvPr id="12" name="Segnaposto data 11"/>
          <p:cNvSpPr>
            <a:spLocks noGrp="1"/>
          </p:cNvSpPr>
          <p:nvPr>
            <p:ph type="dt" sz="half" idx="2"/>
          </p:nvPr>
        </p:nvSpPr>
        <p:spPr>
          <a:xfrm>
            <a:off x="98072" y="5690164"/>
            <a:ext cx="842849" cy="213103"/>
          </a:xfrm>
          <a:prstGeom prst="rect">
            <a:avLst/>
          </a:prstGeom>
        </p:spPr>
        <p:txBody>
          <a:bodyPr vert="horz" lIns="72000" tIns="45720" rIns="72000" bIns="46800" rtlCol="0" anchor="ctr"/>
          <a:lstStyle>
            <a:lvl1pPr algn="l">
              <a:defRPr sz="8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fld id="{B9C6BC69-A223-7D4A-AE22-15BEED04061C}" type="datetime1">
              <a:rPr lang="it-IT"/>
              <a:pPr/>
              <a:t>27/11/2025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5976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diagrams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8"/>
          <p:cNvSpPr>
            <a:spLocks noGrp="1"/>
          </p:cNvSpPr>
          <p:nvPr>
            <p:ph type="body" sz="quarter" idx="13" hasCustomPrompt="1"/>
          </p:nvPr>
        </p:nvSpPr>
        <p:spPr>
          <a:xfrm>
            <a:off x="678568" y="464994"/>
            <a:ext cx="9086856" cy="390525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Slide title</a:t>
            </a:r>
          </a:p>
        </p:txBody>
      </p:sp>
      <p:sp>
        <p:nvSpPr>
          <p:cNvPr id="17" name="Segnaposto testo 16"/>
          <p:cNvSpPr>
            <a:spLocks noGrp="1"/>
          </p:cNvSpPr>
          <p:nvPr>
            <p:ph type="body" sz="quarter" idx="18"/>
          </p:nvPr>
        </p:nvSpPr>
        <p:spPr>
          <a:xfrm>
            <a:off x="677863" y="3983622"/>
            <a:ext cx="9087560" cy="1095841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>
                <a:solidFill>
                  <a:srgbClr val="60656A"/>
                </a:solidFill>
              </a:defRPr>
            </a:lvl2pPr>
            <a:lvl3pPr marL="914400" indent="0">
              <a:buNone/>
              <a:defRPr sz="1400">
                <a:solidFill>
                  <a:srgbClr val="60656A"/>
                </a:solidFill>
              </a:defRPr>
            </a:lvl3pPr>
            <a:lvl4pPr marL="1371600" indent="0">
              <a:buNone/>
              <a:defRPr sz="1400">
                <a:solidFill>
                  <a:srgbClr val="60656A"/>
                </a:solidFill>
              </a:defRPr>
            </a:lvl4pPr>
            <a:lvl5pPr marL="1828800" indent="0">
              <a:buNone/>
              <a:defRPr sz="1400">
                <a:solidFill>
                  <a:srgbClr val="60656A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21"/>
          </p:nvPr>
        </p:nvSpPr>
        <p:spPr>
          <a:xfrm>
            <a:off x="1087152" y="3418501"/>
            <a:ext cx="4175885" cy="565121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200" b="1">
                <a:solidFill>
                  <a:schemeClr val="accent1"/>
                </a:solidFill>
              </a:defRPr>
            </a:lvl3pPr>
            <a:lvl4pPr marL="1371600" indent="0">
              <a:buNone/>
              <a:defRPr sz="1200" b="1">
                <a:solidFill>
                  <a:schemeClr val="accent1"/>
                </a:solidFill>
              </a:defRPr>
            </a:lvl4pPr>
            <a:lvl5pPr marL="1828800" indent="0">
              <a:buNone/>
              <a:defRPr sz="12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</p:txBody>
      </p:sp>
      <p:sp>
        <p:nvSpPr>
          <p:cNvPr id="15" name="Segnaposto testo 12"/>
          <p:cNvSpPr>
            <a:spLocks noGrp="1"/>
          </p:cNvSpPr>
          <p:nvPr>
            <p:ph type="body" sz="quarter" idx="22"/>
          </p:nvPr>
        </p:nvSpPr>
        <p:spPr>
          <a:xfrm>
            <a:off x="5669448" y="3413405"/>
            <a:ext cx="4095975" cy="57021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200" b="1">
                <a:solidFill>
                  <a:schemeClr val="accent1"/>
                </a:solidFill>
              </a:defRPr>
            </a:lvl3pPr>
            <a:lvl4pPr marL="1371600" indent="0">
              <a:buNone/>
              <a:defRPr sz="1200" b="1">
                <a:solidFill>
                  <a:schemeClr val="accent1"/>
                </a:solidFill>
              </a:defRPr>
            </a:lvl4pPr>
            <a:lvl5pPr marL="1828800" indent="0">
              <a:buNone/>
              <a:defRPr sz="12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</p:txBody>
      </p:sp>
      <p:sp>
        <p:nvSpPr>
          <p:cNvPr id="14" name="Rettangolo 13"/>
          <p:cNvSpPr/>
          <p:nvPr/>
        </p:nvSpPr>
        <p:spPr>
          <a:xfrm>
            <a:off x="5263037" y="3413405"/>
            <a:ext cx="294608" cy="29460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17"/>
          <p:cNvSpPr/>
          <p:nvPr/>
        </p:nvSpPr>
        <p:spPr>
          <a:xfrm>
            <a:off x="688688" y="3418501"/>
            <a:ext cx="294608" cy="29460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Segnaposto grafico 18"/>
          <p:cNvSpPr>
            <a:spLocks noGrp="1"/>
          </p:cNvSpPr>
          <p:nvPr>
            <p:ph type="chart" sz="quarter" idx="23" hasCustomPrompt="1"/>
          </p:nvPr>
        </p:nvSpPr>
        <p:spPr>
          <a:xfrm>
            <a:off x="688688" y="1229232"/>
            <a:ext cx="4574349" cy="2183833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it-IT"/>
              <a:t>Diagram</a:t>
            </a:r>
          </a:p>
        </p:txBody>
      </p:sp>
      <p:sp>
        <p:nvSpPr>
          <p:cNvPr id="20" name="Segnaposto grafico 18"/>
          <p:cNvSpPr>
            <a:spLocks noGrp="1"/>
          </p:cNvSpPr>
          <p:nvPr>
            <p:ph type="chart" sz="quarter" idx="24" hasCustomPrompt="1"/>
          </p:nvPr>
        </p:nvSpPr>
        <p:spPr>
          <a:xfrm>
            <a:off x="5278776" y="1229233"/>
            <a:ext cx="4486648" cy="217911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it-IT"/>
              <a:t>Diagram</a:t>
            </a:r>
          </a:p>
        </p:txBody>
      </p:sp>
      <p:sp>
        <p:nvSpPr>
          <p:cNvPr id="22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485866" y="5690164"/>
            <a:ext cx="2133554" cy="212296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26739B6E-F0F0-0749-A211-262B46D51482}" type="slidenum">
              <a:rPr lang="it-IT"/>
              <a:pPr/>
              <a:t>‹#›</a:t>
            </a:fld>
            <a:endParaRPr lang="it-IT"/>
          </a:p>
        </p:txBody>
      </p:sp>
      <p:sp>
        <p:nvSpPr>
          <p:cNvPr id="21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826622" y="5690163"/>
            <a:ext cx="3224678" cy="213103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it-IT"/>
          </a:p>
        </p:txBody>
      </p:sp>
      <p:sp>
        <p:nvSpPr>
          <p:cNvPr id="23" name="Segnaposto data 11"/>
          <p:cNvSpPr>
            <a:spLocks noGrp="1"/>
          </p:cNvSpPr>
          <p:nvPr>
            <p:ph type="dt" sz="half" idx="2"/>
          </p:nvPr>
        </p:nvSpPr>
        <p:spPr>
          <a:xfrm>
            <a:off x="98072" y="5690164"/>
            <a:ext cx="842849" cy="213103"/>
          </a:xfrm>
          <a:prstGeom prst="rect">
            <a:avLst/>
          </a:prstGeom>
        </p:spPr>
        <p:txBody>
          <a:bodyPr vert="horz" lIns="72000" tIns="45720" rIns="72000" bIns="46800" rtlCol="0" anchor="ctr"/>
          <a:lstStyle>
            <a:lvl1pPr algn="l">
              <a:defRPr sz="8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fld id="{B9C6BC69-A223-7D4A-AE22-15BEED04061C}" type="datetime1">
              <a:rPr lang="it-IT"/>
              <a:pPr/>
              <a:t>27/11/2025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596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diagr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8"/>
          <p:cNvSpPr>
            <a:spLocks noGrp="1"/>
          </p:cNvSpPr>
          <p:nvPr>
            <p:ph type="body" sz="quarter" idx="13" hasCustomPrompt="1"/>
          </p:nvPr>
        </p:nvSpPr>
        <p:spPr>
          <a:xfrm>
            <a:off x="678568" y="464994"/>
            <a:ext cx="9084387" cy="3905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Slide title</a:t>
            </a:r>
          </a:p>
        </p:txBody>
      </p:sp>
      <p:sp>
        <p:nvSpPr>
          <p:cNvPr id="17" name="Segnaposto testo 16"/>
          <p:cNvSpPr>
            <a:spLocks noGrp="1"/>
          </p:cNvSpPr>
          <p:nvPr>
            <p:ph type="body" sz="quarter" idx="18"/>
          </p:nvPr>
        </p:nvSpPr>
        <p:spPr>
          <a:xfrm>
            <a:off x="677863" y="1107711"/>
            <a:ext cx="9085092" cy="640981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>
                <a:solidFill>
                  <a:srgbClr val="60656A"/>
                </a:solidFill>
              </a:defRPr>
            </a:lvl1pPr>
            <a:lvl2pPr marL="457200" indent="0">
              <a:buNone/>
              <a:defRPr sz="1400">
                <a:solidFill>
                  <a:srgbClr val="60656A"/>
                </a:solidFill>
              </a:defRPr>
            </a:lvl2pPr>
            <a:lvl3pPr marL="914400" indent="0">
              <a:buNone/>
              <a:defRPr sz="1400">
                <a:solidFill>
                  <a:srgbClr val="60656A"/>
                </a:solidFill>
              </a:defRPr>
            </a:lvl3pPr>
            <a:lvl4pPr marL="1371600" indent="0">
              <a:buNone/>
              <a:defRPr sz="1400">
                <a:solidFill>
                  <a:srgbClr val="60656A"/>
                </a:solidFill>
              </a:defRPr>
            </a:lvl4pPr>
            <a:lvl5pPr marL="1828800" indent="0">
              <a:buNone/>
              <a:defRPr sz="1400">
                <a:solidFill>
                  <a:srgbClr val="60656A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Rettangolo 13"/>
          <p:cNvSpPr/>
          <p:nvPr/>
        </p:nvSpPr>
        <p:spPr>
          <a:xfrm>
            <a:off x="5321271" y="1943313"/>
            <a:ext cx="4441684" cy="29460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17"/>
          <p:cNvSpPr/>
          <p:nvPr/>
        </p:nvSpPr>
        <p:spPr>
          <a:xfrm>
            <a:off x="678568" y="1938251"/>
            <a:ext cx="4512286" cy="29967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9" name="Segnaposto grafico 18"/>
          <p:cNvSpPr>
            <a:spLocks noGrp="1"/>
          </p:cNvSpPr>
          <p:nvPr>
            <p:ph type="chart" sz="quarter" idx="23" hasCustomPrompt="1"/>
          </p:nvPr>
        </p:nvSpPr>
        <p:spPr>
          <a:xfrm>
            <a:off x="677158" y="2231321"/>
            <a:ext cx="4513696" cy="2766739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it-IT"/>
              <a:t>Diagram</a:t>
            </a:r>
          </a:p>
        </p:txBody>
      </p:sp>
      <p:sp>
        <p:nvSpPr>
          <p:cNvPr id="20" name="Segnaposto grafico 18"/>
          <p:cNvSpPr>
            <a:spLocks noGrp="1"/>
          </p:cNvSpPr>
          <p:nvPr>
            <p:ph type="chart" sz="quarter" idx="24" hasCustomPrompt="1"/>
          </p:nvPr>
        </p:nvSpPr>
        <p:spPr>
          <a:xfrm>
            <a:off x="5356927" y="2231321"/>
            <a:ext cx="4406027" cy="2760755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it-IT"/>
              <a:t>Diagram</a:t>
            </a:r>
          </a:p>
        </p:txBody>
      </p:sp>
      <p:sp>
        <p:nvSpPr>
          <p:cNvPr id="12" name="Segnaposto testo 16"/>
          <p:cNvSpPr>
            <a:spLocks noGrp="1"/>
          </p:cNvSpPr>
          <p:nvPr>
            <p:ph type="body" sz="quarter" idx="25"/>
          </p:nvPr>
        </p:nvSpPr>
        <p:spPr>
          <a:xfrm>
            <a:off x="879221" y="1917430"/>
            <a:ext cx="4311633" cy="313891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400" b="1">
                <a:solidFill>
                  <a:srgbClr val="60656A"/>
                </a:solidFill>
              </a:defRPr>
            </a:lvl1pPr>
            <a:lvl2pPr marL="457200" indent="0">
              <a:buNone/>
              <a:defRPr sz="1400">
                <a:solidFill>
                  <a:srgbClr val="60656A"/>
                </a:solidFill>
              </a:defRPr>
            </a:lvl2pPr>
            <a:lvl3pPr marL="914400" indent="0">
              <a:buNone/>
              <a:defRPr sz="1400">
                <a:solidFill>
                  <a:srgbClr val="60656A"/>
                </a:solidFill>
              </a:defRPr>
            </a:lvl3pPr>
            <a:lvl4pPr marL="1371600" indent="0">
              <a:buNone/>
              <a:defRPr sz="1400">
                <a:solidFill>
                  <a:srgbClr val="60656A"/>
                </a:solidFill>
              </a:defRPr>
            </a:lvl4pPr>
            <a:lvl5pPr marL="1828800" indent="0">
              <a:buNone/>
              <a:defRPr sz="1400">
                <a:solidFill>
                  <a:srgbClr val="60656A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6" name="Segnaposto testo 16"/>
          <p:cNvSpPr>
            <a:spLocks noGrp="1"/>
          </p:cNvSpPr>
          <p:nvPr>
            <p:ph type="body" sz="quarter" idx="26"/>
          </p:nvPr>
        </p:nvSpPr>
        <p:spPr>
          <a:xfrm>
            <a:off x="5558629" y="1917430"/>
            <a:ext cx="4204325" cy="313891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400" b="1">
                <a:solidFill>
                  <a:srgbClr val="60656A"/>
                </a:solidFill>
              </a:defRPr>
            </a:lvl1pPr>
            <a:lvl2pPr marL="457200" indent="0">
              <a:buNone/>
              <a:defRPr sz="1400">
                <a:solidFill>
                  <a:srgbClr val="60656A"/>
                </a:solidFill>
              </a:defRPr>
            </a:lvl2pPr>
            <a:lvl3pPr marL="914400" indent="0">
              <a:buNone/>
              <a:defRPr sz="1400">
                <a:solidFill>
                  <a:srgbClr val="60656A"/>
                </a:solidFill>
              </a:defRPr>
            </a:lvl3pPr>
            <a:lvl4pPr marL="1371600" indent="0">
              <a:buNone/>
              <a:defRPr sz="1400">
                <a:solidFill>
                  <a:srgbClr val="60656A"/>
                </a:solidFill>
              </a:defRPr>
            </a:lvl4pPr>
            <a:lvl5pPr marL="1828800" indent="0">
              <a:buNone/>
              <a:defRPr sz="1400">
                <a:solidFill>
                  <a:srgbClr val="60656A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1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485866" y="5690164"/>
            <a:ext cx="2133554" cy="212296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26739B6E-F0F0-0749-A211-262B46D51482}" type="slidenum">
              <a:rPr lang="it-IT"/>
              <a:pPr/>
              <a:t>‹#›</a:t>
            </a:fld>
            <a:endParaRPr lang="it-IT"/>
          </a:p>
        </p:txBody>
      </p:sp>
      <p:sp>
        <p:nvSpPr>
          <p:cNvPr id="22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826622" y="5690163"/>
            <a:ext cx="3224678" cy="213103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it-IT"/>
          </a:p>
        </p:txBody>
      </p:sp>
      <p:sp>
        <p:nvSpPr>
          <p:cNvPr id="25" name="Segnaposto data 11"/>
          <p:cNvSpPr>
            <a:spLocks noGrp="1"/>
          </p:cNvSpPr>
          <p:nvPr>
            <p:ph type="dt" sz="half" idx="2"/>
          </p:nvPr>
        </p:nvSpPr>
        <p:spPr>
          <a:xfrm>
            <a:off x="98072" y="5690164"/>
            <a:ext cx="842849" cy="213103"/>
          </a:xfrm>
          <a:prstGeom prst="rect">
            <a:avLst/>
          </a:prstGeom>
        </p:spPr>
        <p:txBody>
          <a:bodyPr vert="horz" lIns="72000" tIns="45720" rIns="72000" bIns="46800" rtlCol="0" anchor="ctr"/>
          <a:lstStyle>
            <a:lvl1pPr algn="l">
              <a:defRPr sz="8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fld id="{B9C6BC69-A223-7D4A-AE22-15BEED04061C}" type="datetime1">
              <a:rPr lang="it-IT"/>
              <a:pPr/>
              <a:t>27/11/2025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1722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roduct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8"/>
          <p:cNvSpPr>
            <a:spLocks noGrp="1"/>
          </p:cNvSpPr>
          <p:nvPr>
            <p:ph type="body" sz="quarter" idx="13" hasCustomPrompt="1"/>
          </p:nvPr>
        </p:nvSpPr>
        <p:spPr>
          <a:xfrm>
            <a:off x="678568" y="464994"/>
            <a:ext cx="9117374" cy="3905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Slide title</a:t>
            </a:r>
          </a:p>
        </p:txBody>
      </p:sp>
      <p:sp>
        <p:nvSpPr>
          <p:cNvPr id="17" name="Segnaposto testo 16"/>
          <p:cNvSpPr>
            <a:spLocks noGrp="1"/>
          </p:cNvSpPr>
          <p:nvPr>
            <p:ph type="body" sz="quarter" idx="18"/>
          </p:nvPr>
        </p:nvSpPr>
        <p:spPr>
          <a:xfrm>
            <a:off x="679274" y="4024923"/>
            <a:ext cx="2951294" cy="859692"/>
          </a:xfrm>
          <a:prstGeom prst="rect">
            <a:avLst/>
          </a:prstGeom>
          <a:solidFill>
            <a:schemeClr val="tx1"/>
          </a:solidFill>
        </p:spPr>
        <p:txBody>
          <a:bodyPr vert="horz" tIns="93600"/>
          <a:lstStyle>
            <a:lvl1pPr marL="72000" indent="0">
              <a:spcBef>
                <a:spcPts val="0"/>
              </a:spcBef>
              <a:spcAft>
                <a:spcPts val="0"/>
              </a:spcAft>
              <a:buNone/>
              <a:defRPr sz="12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rgbClr val="60656A"/>
                </a:solidFill>
              </a:defRPr>
            </a:lvl2pPr>
            <a:lvl3pPr marL="914400" indent="0">
              <a:buNone/>
              <a:defRPr sz="1400">
                <a:solidFill>
                  <a:srgbClr val="60656A"/>
                </a:solidFill>
              </a:defRPr>
            </a:lvl3pPr>
            <a:lvl4pPr marL="1371600" indent="0">
              <a:buNone/>
              <a:defRPr sz="1400">
                <a:solidFill>
                  <a:srgbClr val="60656A"/>
                </a:solidFill>
              </a:defRPr>
            </a:lvl4pPr>
            <a:lvl5pPr marL="1828800" indent="0">
              <a:buNone/>
              <a:defRPr sz="1400">
                <a:solidFill>
                  <a:srgbClr val="60656A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Rettangolo 6"/>
          <p:cNvSpPr/>
          <p:nvPr/>
        </p:nvSpPr>
        <p:spPr>
          <a:xfrm>
            <a:off x="677158" y="1936548"/>
            <a:ext cx="2953410" cy="35416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it-IT" sz="1400" b="1">
                <a:solidFill>
                  <a:schemeClr val="bg2"/>
                </a:solidFill>
              </a:rPr>
              <a:t> LOREN IPSUM</a:t>
            </a:r>
          </a:p>
        </p:txBody>
      </p:sp>
      <p:sp>
        <p:nvSpPr>
          <p:cNvPr id="11" name="Segnaposto immagine 10"/>
          <p:cNvSpPr>
            <a:spLocks noGrp="1"/>
          </p:cNvSpPr>
          <p:nvPr>
            <p:ph type="pic" sz="quarter" idx="14" hasCustomPrompt="1"/>
          </p:nvPr>
        </p:nvSpPr>
        <p:spPr>
          <a:xfrm>
            <a:off x="677862" y="2344002"/>
            <a:ext cx="2952000" cy="1612533"/>
          </a:xfrm>
          <a:prstGeom prst="rect">
            <a:avLst/>
          </a:prstGeom>
          <a:noFill/>
        </p:spPr>
        <p:txBody>
          <a:bodyPr vert="horz"/>
          <a:lstStyle>
            <a:lvl1pPr marL="0" indent="0" algn="ctr">
              <a:spcAft>
                <a:spcPts val="0"/>
              </a:spcAft>
              <a:buNone/>
              <a:defRPr sz="1100">
                <a:solidFill>
                  <a:srgbClr val="5F676A"/>
                </a:solidFill>
              </a:defRPr>
            </a:lvl1pPr>
          </a:lstStyle>
          <a:p>
            <a:r>
              <a:rPr lang="it-IT"/>
              <a:t>Image</a:t>
            </a:r>
          </a:p>
        </p:txBody>
      </p:sp>
      <p:sp>
        <p:nvSpPr>
          <p:cNvPr id="12" name="Segnaposto immagine 10"/>
          <p:cNvSpPr>
            <a:spLocks noGrp="1"/>
          </p:cNvSpPr>
          <p:nvPr>
            <p:ph type="pic" sz="quarter" idx="15" hasCustomPrompt="1"/>
          </p:nvPr>
        </p:nvSpPr>
        <p:spPr>
          <a:xfrm>
            <a:off x="3760902" y="2344002"/>
            <a:ext cx="2952000" cy="1612533"/>
          </a:xfrm>
          <a:prstGeom prst="rect">
            <a:avLst/>
          </a:prstGeom>
          <a:noFill/>
        </p:spPr>
        <p:txBody>
          <a:bodyPr vert="horz"/>
          <a:lstStyle>
            <a:lvl1pPr marL="0" indent="0" algn="ctr">
              <a:spcAft>
                <a:spcPts val="0"/>
              </a:spcAft>
              <a:buNone/>
              <a:defRPr sz="1100">
                <a:solidFill>
                  <a:srgbClr val="5F676A"/>
                </a:solidFill>
              </a:defRPr>
            </a:lvl1pPr>
          </a:lstStyle>
          <a:p>
            <a:r>
              <a:rPr lang="it-IT"/>
              <a:t>Image</a:t>
            </a:r>
          </a:p>
        </p:txBody>
      </p:sp>
      <p:sp>
        <p:nvSpPr>
          <p:cNvPr id="13" name="Segnaposto immagine 10"/>
          <p:cNvSpPr>
            <a:spLocks noGrp="1"/>
          </p:cNvSpPr>
          <p:nvPr>
            <p:ph type="pic" sz="quarter" idx="16" hasCustomPrompt="1"/>
          </p:nvPr>
        </p:nvSpPr>
        <p:spPr>
          <a:xfrm>
            <a:off x="6843942" y="2343580"/>
            <a:ext cx="2952000" cy="1612533"/>
          </a:xfrm>
          <a:prstGeom prst="rect">
            <a:avLst/>
          </a:prstGeom>
          <a:noFill/>
        </p:spPr>
        <p:txBody>
          <a:bodyPr vert="horz"/>
          <a:lstStyle>
            <a:lvl1pPr marL="0" indent="0" algn="ctr">
              <a:spcAft>
                <a:spcPts val="0"/>
              </a:spcAft>
              <a:buNone/>
              <a:defRPr sz="1100">
                <a:solidFill>
                  <a:srgbClr val="5F676A"/>
                </a:solidFill>
              </a:defRPr>
            </a:lvl1pPr>
          </a:lstStyle>
          <a:p>
            <a:r>
              <a:rPr lang="it-IT"/>
              <a:t>Image</a:t>
            </a:r>
          </a:p>
        </p:txBody>
      </p:sp>
      <p:sp>
        <p:nvSpPr>
          <p:cNvPr id="14" name="Segnaposto testo 16"/>
          <p:cNvSpPr>
            <a:spLocks noGrp="1"/>
          </p:cNvSpPr>
          <p:nvPr>
            <p:ph type="body" sz="quarter" idx="20"/>
          </p:nvPr>
        </p:nvSpPr>
        <p:spPr>
          <a:xfrm>
            <a:off x="3761608" y="4024923"/>
            <a:ext cx="2951294" cy="859692"/>
          </a:xfrm>
          <a:prstGeom prst="rect">
            <a:avLst/>
          </a:prstGeom>
          <a:solidFill>
            <a:schemeClr val="tx1"/>
          </a:solidFill>
        </p:spPr>
        <p:txBody>
          <a:bodyPr vert="horz" tIns="93600"/>
          <a:lstStyle>
            <a:lvl1pPr marL="72000" indent="0">
              <a:spcBef>
                <a:spcPts val="0"/>
              </a:spcBef>
              <a:spcAft>
                <a:spcPts val="0"/>
              </a:spcAft>
              <a:buNone/>
              <a:defRPr sz="12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rgbClr val="60656A"/>
                </a:solidFill>
              </a:defRPr>
            </a:lvl2pPr>
            <a:lvl3pPr marL="914400" indent="0">
              <a:buNone/>
              <a:defRPr sz="1400">
                <a:solidFill>
                  <a:srgbClr val="60656A"/>
                </a:solidFill>
              </a:defRPr>
            </a:lvl3pPr>
            <a:lvl4pPr marL="1371600" indent="0">
              <a:buNone/>
              <a:defRPr sz="1400">
                <a:solidFill>
                  <a:srgbClr val="60656A"/>
                </a:solidFill>
              </a:defRPr>
            </a:lvl4pPr>
            <a:lvl5pPr marL="1828800" indent="0">
              <a:buNone/>
              <a:defRPr sz="1400">
                <a:solidFill>
                  <a:srgbClr val="60656A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8" name="Segnaposto testo 16"/>
          <p:cNvSpPr>
            <a:spLocks noGrp="1"/>
          </p:cNvSpPr>
          <p:nvPr>
            <p:ph type="body" sz="quarter" idx="21"/>
          </p:nvPr>
        </p:nvSpPr>
        <p:spPr>
          <a:xfrm>
            <a:off x="6845354" y="4024923"/>
            <a:ext cx="2951294" cy="859692"/>
          </a:xfrm>
          <a:prstGeom prst="rect">
            <a:avLst/>
          </a:prstGeom>
          <a:solidFill>
            <a:schemeClr val="tx1"/>
          </a:solidFill>
        </p:spPr>
        <p:txBody>
          <a:bodyPr vert="horz" tIns="93600"/>
          <a:lstStyle>
            <a:lvl1pPr marL="72000" indent="0">
              <a:spcBef>
                <a:spcPts val="0"/>
              </a:spcBef>
              <a:spcAft>
                <a:spcPts val="0"/>
              </a:spcAft>
              <a:buNone/>
              <a:defRPr sz="12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rgbClr val="60656A"/>
                </a:solidFill>
              </a:defRPr>
            </a:lvl2pPr>
            <a:lvl3pPr marL="914400" indent="0">
              <a:buNone/>
              <a:defRPr sz="1400">
                <a:solidFill>
                  <a:srgbClr val="60656A"/>
                </a:solidFill>
              </a:defRPr>
            </a:lvl3pPr>
            <a:lvl4pPr marL="1371600" indent="0">
              <a:buNone/>
              <a:defRPr sz="1400">
                <a:solidFill>
                  <a:srgbClr val="60656A"/>
                </a:solidFill>
              </a:defRPr>
            </a:lvl4pPr>
            <a:lvl5pPr marL="1828800" indent="0">
              <a:buNone/>
              <a:defRPr sz="1400">
                <a:solidFill>
                  <a:srgbClr val="60656A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9" name="Rettangolo 18"/>
          <p:cNvSpPr/>
          <p:nvPr/>
        </p:nvSpPr>
        <p:spPr>
          <a:xfrm>
            <a:off x="3761608" y="1936548"/>
            <a:ext cx="2953410" cy="35416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it-IT" sz="1400" b="1">
                <a:solidFill>
                  <a:schemeClr val="bg2"/>
                </a:solidFill>
              </a:rPr>
              <a:t> LOREN IPSUM</a:t>
            </a:r>
          </a:p>
        </p:txBody>
      </p:sp>
      <p:sp>
        <p:nvSpPr>
          <p:cNvPr id="21" name="Rettangolo 20"/>
          <p:cNvSpPr/>
          <p:nvPr/>
        </p:nvSpPr>
        <p:spPr>
          <a:xfrm>
            <a:off x="6845354" y="1936548"/>
            <a:ext cx="2953410" cy="35416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it-IT" sz="1400" b="1">
                <a:solidFill>
                  <a:schemeClr val="bg2"/>
                </a:solidFill>
              </a:rPr>
              <a:t> LOREN IPSUM</a:t>
            </a:r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22"/>
          </p:nvPr>
        </p:nvSpPr>
        <p:spPr>
          <a:xfrm>
            <a:off x="679450" y="1055688"/>
            <a:ext cx="9116492" cy="809625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endParaRPr lang="it-IT"/>
          </a:p>
        </p:txBody>
      </p:sp>
      <p:sp>
        <p:nvSpPr>
          <p:cNvPr id="20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485866" y="5690164"/>
            <a:ext cx="2133554" cy="212296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26739B6E-F0F0-0749-A211-262B46D51482}" type="slidenum">
              <a:rPr lang="it-IT"/>
              <a:pPr/>
              <a:t>‹#›</a:t>
            </a:fld>
            <a:endParaRPr lang="it-IT"/>
          </a:p>
        </p:txBody>
      </p:sp>
      <p:sp>
        <p:nvSpPr>
          <p:cNvPr id="22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826622" y="5690163"/>
            <a:ext cx="3224678" cy="213103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it-IT"/>
          </a:p>
        </p:txBody>
      </p:sp>
      <p:sp>
        <p:nvSpPr>
          <p:cNvPr id="26" name="Segnaposto data 11"/>
          <p:cNvSpPr>
            <a:spLocks noGrp="1"/>
          </p:cNvSpPr>
          <p:nvPr>
            <p:ph type="dt" sz="half" idx="2"/>
          </p:nvPr>
        </p:nvSpPr>
        <p:spPr>
          <a:xfrm>
            <a:off x="98072" y="5690164"/>
            <a:ext cx="842849" cy="213103"/>
          </a:xfrm>
          <a:prstGeom prst="rect">
            <a:avLst/>
          </a:prstGeom>
        </p:spPr>
        <p:txBody>
          <a:bodyPr vert="horz" lIns="72000" tIns="45720" rIns="72000" bIns="46800" rtlCol="0" anchor="ctr"/>
          <a:lstStyle>
            <a:lvl1pPr algn="l">
              <a:defRPr sz="8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fld id="{B9C6BC69-A223-7D4A-AE22-15BEED04061C}" type="datetime1">
              <a:rPr lang="it-IT"/>
              <a:pPr/>
              <a:t>27/11/2025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9816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roduct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8"/>
          <p:cNvSpPr>
            <a:spLocks noGrp="1"/>
          </p:cNvSpPr>
          <p:nvPr>
            <p:ph type="body" sz="quarter" idx="13" hasCustomPrompt="1"/>
          </p:nvPr>
        </p:nvSpPr>
        <p:spPr>
          <a:xfrm>
            <a:off x="678568" y="464994"/>
            <a:ext cx="9083164" cy="3905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Slide title</a:t>
            </a:r>
          </a:p>
        </p:txBody>
      </p:sp>
      <p:sp>
        <p:nvSpPr>
          <p:cNvPr id="11" name="Segnaposto immagine 10"/>
          <p:cNvSpPr>
            <a:spLocks noGrp="1"/>
          </p:cNvSpPr>
          <p:nvPr>
            <p:ph type="pic" sz="quarter" idx="14" hasCustomPrompt="1"/>
          </p:nvPr>
        </p:nvSpPr>
        <p:spPr>
          <a:xfrm>
            <a:off x="2712800" y="1580899"/>
            <a:ext cx="2428313" cy="1395917"/>
          </a:xfrm>
          <a:prstGeom prst="rect">
            <a:avLst/>
          </a:prstGeom>
        </p:spPr>
        <p:txBody>
          <a:bodyPr vert="horz"/>
          <a:lstStyle>
            <a:lvl1pPr marL="0" indent="0" algn="ctr">
              <a:spcAft>
                <a:spcPts val="0"/>
              </a:spcAft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it-IT"/>
              <a:t>Image</a:t>
            </a:r>
          </a:p>
        </p:txBody>
      </p:sp>
      <p:sp>
        <p:nvSpPr>
          <p:cNvPr id="8" name="Rettangolo 7"/>
          <p:cNvSpPr/>
          <p:nvPr/>
        </p:nvSpPr>
        <p:spPr>
          <a:xfrm>
            <a:off x="677158" y="1576961"/>
            <a:ext cx="2097064" cy="139997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Segnaposto testo 16"/>
          <p:cNvSpPr>
            <a:spLocks noGrp="1"/>
          </p:cNvSpPr>
          <p:nvPr>
            <p:ph type="body" sz="quarter" idx="18"/>
          </p:nvPr>
        </p:nvSpPr>
        <p:spPr>
          <a:xfrm>
            <a:off x="708343" y="1658233"/>
            <a:ext cx="2064938" cy="1316249"/>
          </a:xfrm>
          <a:prstGeom prst="rect">
            <a:avLst/>
          </a:prstGeom>
        </p:spPr>
        <p:txBody>
          <a:bodyPr vert="horz"/>
          <a:lstStyle>
            <a:lvl1pPr marL="72000" indent="0">
              <a:spcBef>
                <a:spcPts val="288"/>
              </a:spcBef>
              <a:spcAft>
                <a:spcPts val="0"/>
              </a:spcAft>
              <a:buNone/>
              <a:defRPr sz="1200" baseline="0">
                <a:solidFill>
                  <a:srgbClr val="60656A"/>
                </a:solidFill>
              </a:defRPr>
            </a:lvl1pPr>
            <a:lvl2pPr marL="457200" indent="0">
              <a:buNone/>
              <a:defRPr sz="1400">
                <a:solidFill>
                  <a:srgbClr val="60656A"/>
                </a:solidFill>
              </a:defRPr>
            </a:lvl2pPr>
            <a:lvl3pPr marL="914400" indent="0">
              <a:buNone/>
              <a:defRPr sz="1400">
                <a:solidFill>
                  <a:srgbClr val="60656A"/>
                </a:solidFill>
              </a:defRPr>
            </a:lvl3pPr>
            <a:lvl4pPr marL="1371600" indent="0">
              <a:buNone/>
              <a:defRPr sz="1400">
                <a:solidFill>
                  <a:srgbClr val="60656A"/>
                </a:solidFill>
              </a:defRPr>
            </a:lvl4pPr>
            <a:lvl5pPr marL="1828800" indent="0">
              <a:buNone/>
              <a:defRPr sz="1400">
                <a:solidFill>
                  <a:srgbClr val="60656A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Rettangolo 6"/>
          <p:cNvSpPr/>
          <p:nvPr/>
        </p:nvSpPr>
        <p:spPr>
          <a:xfrm>
            <a:off x="677158" y="1233168"/>
            <a:ext cx="4463956" cy="3541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60656A"/>
              </a:solidFill>
            </a:endParaRPr>
          </a:p>
        </p:txBody>
      </p:sp>
      <p:sp>
        <p:nvSpPr>
          <p:cNvPr id="4" name="Segnaposto testo 3"/>
          <p:cNvSpPr>
            <a:spLocks noGrp="1"/>
          </p:cNvSpPr>
          <p:nvPr>
            <p:ph type="body" sz="quarter" idx="19" hasCustomPrompt="1"/>
          </p:nvPr>
        </p:nvSpPr>
        <p:spPr>
          <a:xfrm>
            <a:off x="769303" y="1233168"/>
            <a:ext cx="4371811" cy="354165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l">
              <a:buNone/>
              <a:defRPr sz="1400" b="1"/>
            </a:lvl2pPr>
            <a:lvl3pPr marL="914400" indent="0" algn="l">
              <a:buNone/>
              <a:defRPr sz="1400" b="1"/>
            </a:lvl3pPr>
            <a:lvl4pPr marL="1371600" indent="0" algn="l">
              <a:buNone/>
              <a:defRPr sz="1400" b="1"/>
            </a:lvl4pPr>
            <a:lvl5pPr marL="1828800" indent="0" algn="l">
              <a:buNone/>
              <a:defRPr sz="1400" b="1"/>
            </a:lvl5pPr>
          </a:lstStyle>
          <a:p>
            <a:pPr lvl="0"/>
            <a:r>
              <a:rPr lang="it-IT"/>
              <a:t>Title</a:t>
            </a:r>
          </a:p>
        </p:txBody>
      </p:sp>
      <p:sp>
        <p:nvSpPr>
          <p:cNvPr id="16" name="Segnaposto immagine 10"/>
          <p:cNvSpPr>
            <a:spLocks noGrp="1"/>
          </p:cNvSpPr>
          <p:nvPr>
            <p:ph type="pic" sz="quarter" idx="20" hasCustomPrompt="1"/>
          </p:nvPr>
        </p:nvSpPr>
        <p:spPr>
          <a:xfrm>
            <a:off x="7335737" y="1580899"/>
            <a:ext cx="2428313" cy="1395917"/>
          </a:xfrm>
          <a:prstGeom prst="rect">
            <a:avLst/>
          </a:prstGeom>
        </p:spPr>
        <p:txBody>
          <a:bodyPr vert="horz"/>
          <a:lstStyle>
            <a:lvl1pPr marL="0" indent="0" algn="ctr">
              <a:spcAft>
                <a:spcPts val="0"/>
              </a:spcAft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it-IT"/>
              <a:t>Image</a:t>
            </a:r>
          </a:p>
        </p:txBody>
      </p:sp>
      <p:sp>
        <p:nvSpPr>
          <p:cNvPr id="18" name="Rettangolo 17"/>
          <p:cNvSpPr/>
          <p:nvPr/>
        </p:nvSpPr>
        <p:spPr>
          <a:xfrm>
            <a:off x="5300095" y="1576961"/>
            <a:ext cx="2097064" cy="139997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Segnaposto testo 16"/>
          <p:cNvSpPr>
            <a:spLocks noGrp="1"/>
          </p:cNvSpPr>
          <p:nvPr>
            <p:ph type="body" sz="quarter" idx="21"/>
          </p:nvPr>
        </p:nvSpPr>
        <p:spPr>
          <a:xfrm>
            <a:off x="5331280" y="1658233"/>
            <a:ext cx="2064938" cy="1316249"/>
          </a:xfrm>
          <a:prstGeom prst="rect">
            <a:avLst/>
          </a:prstGeom>
        </p:spPr>
        <p:txBody>
          <a:bodyPr vert="horz"/>
          <a:lstStyle>
            <a:lvl1pPr marL="72000" indent="0">
              <a:spcBef>
                <a:spcPts val="288"/>
              </a:spcBef>
              <a:spcAft>
                <a:spcPts val="0"/>
              </a:spcAft>
              <a:buNone/>
              <a:defRPr sz="1200" baseline="0">
                <a:solidFill>
                  <a:srgbClr val="60656A"/>
                </a:solidFill>
              </a:defRPr>
            </a:lvl1pPr>
            <a:lvl2pPr marL="457200" indent="0">
              <a:buNone/>
              <a:defRPr sz="1400">
                <a:solidFill>
                  <a:srgbClr val="60656A"/>
                </a:solidFill>
              </a:defRPr>
            </a:lvl2pPr>
            <a:lvl3pPr marL="914400" indent="0">
              <a:buNone/>
              <a:defRPr sz="1400">
                <a:solidFill>
                  <a:srgbClr val="60656A"/>
                </a:solidFill>
              </a:defRPr>
            </a:lvl3pPr>
            <a:lvl4pPr marL="1371600" indent="0">
              <a:buNone/>
              <a:defRPr sz="1400">
                <a:solidFill>
                  <a:srgbClr val="60656A"/>
                </a:solidFill>
              </a:defRPr>
            </a:lvl4pPr>
            <a:lvl5pPr marL="1828800" indent="0">
              <a:buNone/>
              <a:defRPr sz="1400">
                <a:solidFill>
                  <a:srgbClr val="60656A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Rettangolo 19"/>
          <p:cNvSpPr/>
          <p:nvPr/>
        </p:nvSpPr>
        <p:spPr>
          <a:xfrm>
            <a:off x="5300095" y="1233168"/>
            <a:ext cx="4461638" cy="3541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60656A"/>
              </a:solidFill>
            </a:endParaRPr>
          </a:p>
        </p:txBody>
      </p:sp>
      <p:sp>
        <p:nvSpPr>
          <p:cNvPr id="21" name="Segnaposto testo 3"/>
          <p:cNvSpPr>
            <a:spLocks noGrp="1"/>
          </p:cNvSpPr>
          <p:nvPr>
            <p:ph type="body" sz="quarter" idx="22" hasCustomPrompt="1"/>
          </p:nvPr>
        </p:nvSpPr>
        <p:spPr>
          <a:xfrm>
            <a:off x="5392240" y="1233168"/>
            <a:ext cx="4369492" cy="354165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l">
              <a:buNone/>
              <a:defRPr sz="1400" b="1"/>
            </a:lvl2pPr>
            <a:lvl3pPr marL="914400" indent="0" algn="l">
              <a:buNone/>
              <a:defRPr sz="1400" b="1"/>
            </a:lvl3pPr>
            <a:lvl4pPr marL="1371600" indent="0" algn="l">
              <a:buNone/>
              <a:defRPr sz="1400" b="1"/>
            </a:lvl4pPr>
            <a:lvl5pPr marL="1828800" indent="0" algn="l">
              <a:buNone/>
              <a:defRPr sz="1400" b="1"/>
            </a:lvl5pPr>
          </a:lstStyle>
          <a:p>
            <a:pPr lvl="0"/>
            <a:r>
              <a:rPr lang="it-IT"/>
              <a:t>Title</a:t>
            </a:r>
          </a:p>
        </p:txBody>
      </p:sp>
      <p:sp>
        <p:nvSpPr>
          <p:cNvPr id="22" name="Segnaposto immagine 10"/>
          <p:cNvSpPr>
            <a:spLocks noGrp="1"/>
          </p:cNvSpPr>
          <p:nvPr>
            <p:ph type="pic" sz="quarter" idx="23" hasCustomPrompt="1"/>
          </p:nvPr>
        </p:nvSpPr>
        <p:spPr>
          <a:xfrm>
            <a:off x="2712800" y="3541572"/>
            <a:ext cx="2428313" cy="1395917"/>
          </a:xfrm>
          <a:prstGeom prst="rect">
            <a:avLst/>
          </a:prstGeom>
        </p:spPr>
        <p:txBody>
          <a:bodyPr vert="horz"/>
          <a:lstStyle>
            <a:lvl1pPr marL="0" indent="0" algn="ctr">
              <a:spcAft>
                <a:spcPts val="0"/>
              </a:spcAft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it-IT"/>
              <a:t>Image</a:t>
            </a:r>
          </a:p>
        </p:txBody>
      </p:sp>
      <p:sp>
        <p:nvSpPr>
          <p:cNvPr id="23" name="Rettangolo 22"/>
          <p:cNvSpPr/>
          <p:nvPr/>
        </p:nvSpPr>
        <p:spPr>
          <a:xfrm>
            <a:off x="677158" y="3537634"/>
            <a:ext cx="2097064" cy="139997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Segnaposto testo 16"/>
          <p:cNvSpPr>
            <a:spLocks noGrp="1"/>
          </p:cNvSpPr>
          <p:nvPr>
            <p:ph type="body" sz="quarter" idx="24"/>
          </p:nvPr>
        </p:nvSpPr>
        <p:spPr>
          <a:xfrm>
            <a:off x="708343" y="3618906"/>
            <a:ext cx="2064938" cy="1316249"/>
          </a:xfrm>
          <a:prstGeom prst="rect">
            <a:avLst/>
          </a:prstGeom>
        </p:spPr>
        <p:txBody>
          <a:bodyPr vert="horz"/>
          <a:lstStyle>
            <a:lvl1pPr marL="72000" indent="0">
              <a:spcBef>
                <a:spcPts val="288"/>
              </a:spcBef>
              <a:spcAft>
                <a:spcPts val="0"/>
              </a:spcAft>
              <a:buNone/>
              <a:defRPr sz="1200" baseline="0">
                <a:solidFill>
                  <a:srgbClr val="60656A"/>
                </a:solidFill>
              </a:defRPr>
            </a:lvl1pPr>
            <a:lvl2pPr marL="457200" indent="0">
              <a:buNone/>
              <a:defRPr sz="1400">
                <a:solidFill>
                  <a:srgbClr val="60656A"/>
                </a:solidFill>
              </a:defRPr>
            </a:lvl2pPr>
            <a:lvl3pPr marL="914400" indent="0">
              <a:buNone/>
              <a:defRPr sz="1400">
                <a:solidFill>
                  <a:srgbClr val="60656A"/>
                </a:solidFill>
              </a:defRPr>
            </a:lvl3pPr>
            <a:lvl4pPr marL="1371600" indent="0">
              <a:buNone/>
              <a:defRPr sz="1400">
                <a:solidFill>
                  <a:srgbClr val="60656A"/>
                </a:solidFill>
              </a:defRPr>
            </a:lvl4pPr>
            <a:lvl5pPr marL="1828800" indent="0">
              <a:buNone/>
              <a:defRPr sz="1400">
                <a:solidFill>
                  <a:srgbClr val="60656A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Rettangolo 24"/>
          <p:cNvSpPr/>
          <p:nvPr/>
        </p:nvSpPr>
        <p:spPr>
          <a:xfrm>
            <a:off x="677158" y="3193841"/>
            <a:ext cx="4463956" cy="3541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60656A"/>
              </a:solidFill>
            </a:endParaRPr>
          </a:p>
        </p:txBody>
      </p:sp>
      <p:sp>
        <p:nvSpPr>
          <p:cNvPr id="26" name="Segnaposto testo 3"/>
          <p:cNvSpPr>
            <a:spLocks noGrp="1"/>
          </p:cNvSpPr>
          <p:nvPr>
            <p:ph type="body" sz="quarter" idx="25" hasCustomPrompt="1"/>
          </p:nvPr>
        </p:nvSpPr>
        <p:spPr>
          <a:xfrm>
            <a:off x="769303" y="3193841"/>
            <a:ext cx="4371810" cy="354165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l">
              <a:buNone/>
              <a:defRPr sz="1400" b="1"/>
            </a:lvl2pPr>
            <a:lvl3pPr marL="914400" indent="0" algn="l">
              <a:buNone/>
              <a:defRPr sz="1400" b="1"/>
            </a:lvl3pPr>
            <a:lvl4pPr marL="1371600" indent="0" algn="l">
              <a:buNone/>
              <a:defRPr sz="1400" b="1"/>
            </a:lvl4pPr>
            <a:lvl5pPr marL="1828800" indent="0" algn="l">
              <a:buNone/>
              <a:defRPr sz="1400" b="1"/>
            </a:lvl5pPr>
          </a:lstStyle>
          <a:p>
            <a:pPr lvl="0"/>
            <a:r>
              <a:rPr lang="it-IT"/>
              <a:t>Title</a:t>
            </a:r>
          </a:p>
        </p:txBody>
      </p:sp>
      <p:sp>
        <p:nvSpPr>
          <p:cNvPr id="27" name="Segnaposto immagine 10"/>
          <p:cNvSpPr>
            <a:spLocks noGrp="1"/>
          </p:cNvSpPr>
          <p:nvPr>
            <p:ph type="pic" sz="quarter" idx="26" hasCustomPrompt="1"/>
          </p:nvPr>
        </p:nvSpPr>
        <p:spPr>
          <a:xfrm>
            <a:off x="7335737" y="3541572"/>
            <a:ext cx="2428313" cy="1395917"/>
          </a:xfrm>
          <a:prstGeom prst="rect">
            <a:avLst/>
          </a:prstGeom>
        </p:spPr>
        <p:txBody>
          <a:bodyPr vert="horz"/>
          <a:lstStyle>
            <a:lvl1pPr marL="0" indent="0" algn="ctr">
              <a:spcAft>
                <a:spcPts val="0"/>
              </a:spcAft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it-IT"/>
              <a:t>Image</a:t>
            </a:r>
          </a:p>
        </p:txBody>
      </p:sp>
      <p:sp>
        <p:nvSpPr>
          <p:cNvPr id="28" name="Rettangolo 27"/>
          <p:cNvSpPr/>
          <p:nvPr/>
        </p:nvSpPr>
        <p:spPr>
          <a:xfrm>
            <a:off x="5300095" y="3537634"/>
            <a:ext cx="2097064" cy="139997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Segnaposto testo 16"/>
          <p:cNvSpPr>
            <a:spLocks noGrp="1"/>
          </p:cNvSpPr>
          <p:nvPr>
            <p:ph type="body" sz="quarter" idx="27"/>
          </p:nvPr>
        </p:nvSpPr>
        <p:spPr>
          <a:xfrm>
            <a:off x="5331280" y="3618906"/>
            <a:ext cx="2064938" cy="1316249"/>
          </a:xfrm>
          <a:prstGeom prst="rect">
            <a:avLst/>
          </a:prstGeom>
        </p:spPr>
        <p:txBody>
          <a:bodyPr vert="horz"/>
          <a:lstStyle>
            <a:lvl1pPr marL="72000" indent="0">
              <a:spcBef>
                <a:spcPts val="288"/>
              </a:spcBef>
              <a:spcAft>
                <a:spcPts val="0"/>
              </a:spcAft>
              <a:buNone/>
              <a:defRPr sz="1200" baseline="0">
                <a:solidFill>
                  <a:srgbClr val="60656A"/>
                </a:solidFill>
              </a:defRPr>
            </a:lvl1pPr>
            <a:lvl2pPr marL="457200" indent="0">
              <a:buNone/>
              <a:defRPr sz="1400">
                <a:solidFill>
                  <a:srgbClr val="60656A"/>
                </a:solidFill>
              </a:defRPr>
            </a:lvl2pPr>
            <a:lvl3pPr marL="914400" indent="0">
              <a:buNone/>
              <a:defRPr sz="1400">
                <a:solidFill>
                  <a:srgbClr val="60656A"/>
                </a:solidFill>
              </a:defRPr>
            </a:lvl3pPr>
            <a:lvl4pPr marL="1371600" indent="0">
              <a:buNone/>
              <a:defRPr sz="1400">
                <a:solidFill>
                  <a:srgbClr val="60656A"/>
                </a:solidFill>
              </a:defRPr>
            </a:lvl4pPr>
            <a:lvl5pPr marL="1828800" indent="0">
              <a:buNone/>
              <a:defRPr sz="1400">
                <a:solidFill>
                  <a:srgbClr val="60656A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0" name="Rettangolo 29"/>
          <p:cNvSpPr/>
          <p:nvPr/>
        </p:nvSpPr>
        <p:spPr>
          <a:xfrm>
            <a:off x="5300095" y="3193841"/>
            <a:ext cx="4461638" cy="3541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60656A"/>
              </a:solidFill>
            </a:endParaRPr>
          </a:p>
        </p:txBody>
      </p:sp>
      <p:sp>
        <p:nvSpPr>
          <p:cNvPr id="31" name="Segnaposto testo 3"/>
          <p:cNvSpPr>
            <a:spLocks noGrp="1"/>
          </p:cNvSpPr>
          <p:nvPr>
            <p:ph type="body" sz="quarter" idx="28" hasCustomPrompt="1"/>
          </p:nvPr>
        </p:nvSpPr>
        <p:spPr>
          <a:xfrm>
            <a:off x="5392240" y="3183469"/>
            <a:ext cx="4371810" cy="354165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l">
              <a:buNone/>
              <a:defRPr sz="1400" b="1"/>
            </a:lvl2pPr>
            <a:lvl3pPr marL="914400" indent="0" algn="l">
              <a:buNone/>
              <a:defRPr sz="1400" b="1"/>
            </a:lvl3pPr>
            <a:lvl4pPr marL="1371600" indent="0" algn="l">
              <a:buNone/>
              <a:defRPr sz="1400" b="1"/>
            </a:lvl4pPr>
            <a:lvl5pPr marL="1828800" indent="0" algn="l">
              <a:buNone/>
              <a:defRPr sz="1400" b="1"/>
            </a:lvl5pPr>
          </a:lstStyle>
          <a:p>
            <a:pPr lvl="0"/>
            <a:r>
              <a:rPr lang="it-IT"/>
              <a:t>Title</a:t>
            </a:r>
          </a:p>
        </p:txBody>
      </p:sp>
      <p:sp>
        <p:nvSpPr>
          <p:cNvPr id="34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485866" y="5690164"/>
            <a:ext cx="2133554" cy="212296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26739B6E-F0F0-0749-A211-262B46D51482}" type="slidenum">
              <a:rPr lang="it-IT"/>
              <a:pPr/>
              <a:t>‹#›</a:t>
            </a:fld>
            <a:endParaRPr lang="it-IT"/>
          </a:p>
        </p:txBody>
      </p:sp>
      <p:sp>
        <p:nvSpPr>
          <p:cNvPr id="33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826622" y="5690163"/>
            <a:ext cx="3224678" cy="213103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it-IT"/>
          </a:p>
        </p:txBody>
      </p:sp>
      <p:sp>
        <p:nvSpPr>
          <p:cNvPr id="35" name="Segnaposto data 11"/>
          <p:cNvSpPr>
            <a:spLocks noGrp="1"/>
          </p:cNvSpPr>
          <p:nvPr>
            <p:ph type="dt" sz="half" idx="2"/>
          </p:nvPr>
        </p:nvSpPr>
        <p:spPr>
          <a:xfrm>
            <a:off x="98072" y="5690164"/>
            <a:ext cx="842849" cy="213103"/>
          </a:xfrm>
          <a:prstGeom prst="rect">
            <a:avLst/>
          </a:prstGeom>
        </p:spPr>
        <p:txBody>
          <a:bodyPr vert="horz" lIns="72000" tIns="45720" rIns="72000" bIns="46800" rtlCol="0" anchor="ctr"/>
          <a:lstStyle>
            <a:lvl1pPr algn="l">
              <a:defRPr sz="8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fld id="{B9C6BC69-A223-7D4A-AE22-15BEED04061C}" type="datetime1">
              <a:rPr lang="it-IT"/>
              <a:pPr/>
              <a:t>27/11/2025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18906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8"/>
          <p:cNvSpPr>
            <a:spLocks noGrp="1"/>
          </p:cNvSpPr>
          <p:nvPr>
            <p:ph type="body" sz="quarter" idx="13" hasCustomPrompt="1"/>
          </p:nvPr>
        </p:nvSpPr>
        <p:spPr>
          <a:xfrm>
            <a:off x="678568" y="464994"/>
            <a:ext cx="9083164" cy="3905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Slide title</a:t>
            </a:r>
          </a:p>
        </p:txBody>
      </p:sp>
      <p:sp>
        <p:nvSpPr>
          <p:cNvPr id="17" name="Segnaposto testo 16"/>
          <p:cNvSpPr>
            <a:spLocks noGrp="1"/>
          </p:cNvSpPr>
          <p:nvPr>
            <p:ph type="body" sz="quarter" idx="18"/>
          </p:nvPr>
        </p:nvSpPr>
        <p:spPr>
          <a:xfrm>
            <a:off x="678568" y="1699846"/>
            <a:ext cx="2242397" cy="3389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tIns="93600"/>
          <a:lstStyle>
            <a:lvl1pPr marL="72000" indent="0">
              <a:spcBef>
                <a:spcPts val="0"/>
              </a:spcBef>
              <a:spcAft>
                <a:spcPts val="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rgbClr val="60656A"/>
                </a:solidFill>
              </a:defRPr>
            </a:lvl2pPr>
            <a:lvl3pPr marL="914400" indent="0">
              <a:buNone/>
              <a:defRPr sz="1400">
                <a:solidFill>
                  <a:srgbClr val="60656A"/>
                </a:solidFill>
              </a:defRPr>
            </a:lvl3pPr>
            <a:lvl4pPr marL="1371600" indent="0">
              <a:buNone/>
              <a:defRPr sz="1400">
                <a:solidFill>
                  <a:srgbClr val="60656A"/>
                </a:solidFill>
              </a:defRPr>
            </a:lvl4pPr>
            <a:lvl5pPr marL="1828800" indent="0">
              <a:buNone/>
              <a:defRPr sz="1400">
                <a:solidFill>
                  <a:srgbClr val="60656A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Rettangolo 6"/>
          <p:cNvSpPr/>
          <p:nvPr/>
        </p:nvSpPr>
        <p:spPr>
          <a:xfrm>
            <a:off x="677158" y="1233168"/>
            <a:ext cx="9084574" cy="35416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60656A"/>
              </a:solidFill>
            </a:endParaRPr>
          </a:p>
        </p:txBody>
      </p:sp>
      <p:sp>
        <p:nvSpPr>
          <p:cNvPr id="4" name="Segnaposto testo 3"/>
          <p:cNvSpPr>
            <a:spLocks noGrp="1"/>
          </p:cNvSpPr>
          <p:nvPr>
            <p:ph type="body" sz="quarter" idx="19" hasCustomPrompt="1"/>
          </p:nvPr>
        </p:nvSpPr>
        <p:spPr>
          <a:xfrm>
            <a:off x="769303" y="1233168"/>
            <a:ext cx="8814203" cy="354165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l">
              <a:buNone/>
              <a:defRPr sz="1400" b="1"/>
            </a:lvl2pPr>
            <a:lvl3pPr marL="914400" indent="0" algn="l">
              <a:buNone/>
              <a:defRPr sz="1400" b="1"/>
            </a:lvl3pPr>
            <a:lvl4pPr marL="1371600" indent="0" algn="l">
              <a:buNone/>
              <a:defRPr sz="1400" b="1"/>
            </a:lvl4pPr>
            <a:lvl5pPr marL="1828800" indent="0" algn="l">
              <a:buNone/>
              <a:defRPr sz="1400" b="1"/>
            </a:lvl5pPr>
          </a:lstStyle>
          <a:p>
            <a:pPr lvl="0"/>
            <a:r>
              <a:rPr lang="it-IT"/>
              <a:t>Title</a:t>
            </a:r>
          </a:p>
        </p:txBody>
      </p:sp>
      <p:pic>
        <p:nvPicPr>
          <p:cNvPr id="2" name="Immagine 1" descr="freccia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6995" y="2857917"/>
            <a:ext cx="1839052" cy="1839052"/>
          </a:xfrm>
          <a:prstGeom prst="rect">
            <a:avLst/>
          </a:prstGeom>
        </p:spPr>
      </p:pic>
      <p:sp>
        <p:nvSpPr>
          <p:cNvPr id="10" name="Segnaposto risorsa multimediale 9"/>
          <p:cNvSpPr>
            <a:spLocks noGrp="1"/>
          </p:cNvSpPr>
          <p:nvPr>
            <p:ph type="media" sz="quarter" idx="20" hasCustomPrompt="1"/>
          </p:nvPr>
        </p:nvSpPr>
        <p:spPr>
          <a:xfrm>
            <a:off x="2921000" y="1700213"/>
            <a:ext cx="6840538" cy="3389312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it-IT"/>
              <a:t>Multimedia clip</a:t>
            </a:r>
          </a:p>
        </p:txBody>
      </p:sp>
      <p:sp>
        <p:nvSpPr>
          <p:cNvPr id="13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485866" y="5690164"/>
            <a:ext cx="2133554" cy="212296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26739B6E-F0F0-0749-A211-262B46D51482}" type="slidenum">
              <a:rPr lang="it-IT"/>
              <a:pPr/>
              <a:t>‹#›</a:t>
            </a:fld>
            <a:endParaRPr lang="it-IT"/>
          </a:p>
        </p:txBody>
      </p:sp>
      <p:sp>
        <p:nvSpPr>
          <p:cNvPr id="14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826622" y="5690163"/>
            <a:ext cx="3224678" cy="213103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it-IT"/>
          </a:p>
        </p:txBody>
      </p:sp>
      <p:sp>
        <p:nvSpPr>
          <p:cNvPr id="18" name="Segnaposto data 11"/>
          <p:cNvSpPr>
            <a:spLocks noGrp="1"/>
          </p:cNvSpPr>
          <p:nvPr>
            <p:ph type="dt" sz="half" idx="2"/>
          </p:nvPr>
        </p:nvSpPr>
        <p:spPr>
          <a:xfrm>
            <a:off x="98072" y="5690164"/>
            <a:ext cx="842849" cy="213103"/>
          </a:xfrm>
          <a:prstGeom prst="rect">
            <a:avLst/>
          </a:prstGeom>
        </p:spPr>
        <p:txBody>
          <a:bodyPr vert="horz" lIns="72000" tIns="45720" rIns="72000" bIns="46800" rtlCol="0" anchor="ctr"/>
          <a:lstStyle>
            <a:lvl1pPr algn="l">
              <a:defRPr sz="8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fld id="{B9C6BC69-A223-7D4A-AE22-15BEED04061C}" type="datetime1">
              <a:rPr lang="it-IT"/>
              <a:pPr/>
              <a:t>27/11/2025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2124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8"/>
          <p:cNvSpPr>
            <a:spLocks noGrp="1"/>
          </p:cNvSpPr>
          <p:nvPr>
            <p:ph type="body" sz="quarter" idx="13" hasCustomPrompt="1"/>
          </p:nvPr>
        </p:nvSpPr>
        <p:spPr>
          <a:xfrm>
            <a:off x="678568" y="464994"/>
            <a:ext cx="9117374" cy="3905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Slide title</a:t>
            </a:r>
          </a:p>
        </p:txBody>
      </p:sp>
      <p:sp>
        <p:nvSpPr>
          <p:cNvPr id="10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485866" y="5690164"/>
            <a:ext cx="2133554" cy="212296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26739B6E-F0F0-0749-A211-262B46D51482}" type="slidenum">
              <a:rPr lang="it-IT"/>
              <a:pPr/>
              <a:t>‹#›</a:t>
            </a:fld>
            <a:endParaRPr lang="it-IT"/>
          </a:p>
        </p:txBody>
      </p:sp>
      <p:sp>
        <p:nvSpPr>
          <p:cNvPr id="8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826622" y="5690163"/>
            <a:ext cx="3224678" cy="213103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it-IT"/>
          </a:p>
        </p:txBody>
      </p:sp>
      <p:sp>
        <p:nvSpPr>
          <p:cNvPr id="11" name="Segnaposto data 11"/>
          <p:cNvSpPr>
            <a:spLocks noGrp="1"/>
          </p:cNvSpPr>
          <p:nvPr>
            <p:ph type="dt" sz="half" idx="2"/>
          </p:nvPr>
        </p:nvSpPr>
        <p:spPr>
          <a:xfrm>
            <a:off x="98072" y="5690164"/>
            <a:ext cx="842849" cy="213103"/>
          </a:xfrm>
          <a:prstGeom prst="rect">
            <a:avLst/>
          </a:prstGeom>
        </p:spPr>
        <p:txBody>
          <a:bodyPr vert="horz" lIns="72000" tIns="45720" rIns="72000" bIns="46800" rtlCol="0" anchor="ctr"/>
          <a:lstStyle>
            <a:lvl1pPr algn="l">
              <a:defRPr sz="8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fld id="{B9C6BC69-A223-7D4A-AE22-15BEED04061C}" type="datetime1">
              <a:rPr lang="it-IT"/>
              <a:pPr/>
              <a:t>27/11/2025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26889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945067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3" imgW="270" imgH="270" progId="TCLayout.ActiveDocument.1">
                  <p:embed/>
                </p:oleObj>
              </mc:Choice>
              <mc:Fallback>
                <p:oleObj name="Diapositiva think-cell" r:id="rId3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egnaposto testo 8"/>
          <p:cNvSpPr>
            <a:spLocks noGrp="1"/>
          </p:cNvSpPr>
          <p:nvPr>
            <p:ph type="body" sz="quarter" idx="13" hasCustomPrompt="1"/>
          </p:nvPr>
        </p:nvSpPr>
        <p:spPr>
          <a:xfrm>
            <a:off x="1023074" y="464998"/>
            <a:ext cx="8893607" cy="3905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Slide title</a:t>
            </a:r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4"/>
          </p:nvPr>
        </p:nvSpPr>
        <p:spPr>
          <a:xfrm>
            <a:off x="764535" y="5661898"/>
            <a:ext cx="979233" cy="189012"/>
          </a:xfrm>
          <a:prstGeom prst="rect">
            <a:avLst/>
          </a:prstGeom>
        </p:spPr>
        <p:txBody>
          <a:bodyPr/>
          <a:lstStyle/>
          <a:p>
            <a:fld id="{B9C6BC69-A223-7D4A-AE22-15BEED04061C}" type="datetime1">
              <a:rPr lang="it-IT" smtClean="0"/>
              <a:pPr/>
              <a:t>27/11/2025</a:t>
            </a:fld>
            <a:endParaRPr lang="it-IT" dirty="0"/>
          </a:p>
        </p:txBody>
      </p:sp>
      <p:sp>
        <p:nvSpPr>
          <p:cNvPr id="6" name="Segnaposto testo 13"/>
          <p:cNvSpPr>
            <a:spLocks noGrp="1"/>
          </p:cNvSpPr>
          <p:nvPr>
            <p:ph type="body" sz="quarter" idx="20" hasCustomPrompt="1"/>
          </p:nvPr>
        </p:nvSpPr>
        <p:spPr>
          <a:xfrm>
            <a:off x="1743768" y="5662890"/>
            <a:ext cx="4227208" cy="188020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800"/>
            </a:lvl1pPr>
            <a:lvl2pPr marL="457200" indent="0" algn="l">
              <a:buNone/>
              <a:defRPr sz="800"/>
            </a:lvl2pPr>
            <a:lvl3pPr marL="914400" indent="0" algn="l">
              <a:buNone/>
              <a:defRPr sz="800"/>
            </a:lvl3pPr>
            <a:lvl4pPr marL="1371600" indent="0" algn="l">
              <a:buNone/>
              <a:defRPr sz="800"/>
            </a:lvl4pPr>
            <a:lvl5pPr marL="1828800" indent="0" algn="l">
              <a:buNone/>
              <a:defRPr sz="800"/>
            </a:lvl5pPr>
          </a:lstStyle>
          <a:p>
            <a:pPr lvl="0"/>
            <a:r>
              <a:rPr lang="it-IT" dirty="0"/>
              <a:t>Presentation </a:t>
            </a:r>
            <a:r>
              <a:rPr lang="it-IT" dirty="0" err="1"/>
              <a:t>title</a:t>
            </a:r>
            <a:endParaRPr lang="it-IT" dirty="0"/>
          </a:p>
        </p:txBody>
      </p:sp>
      <p:sp>
        <p:nvSpPr>
          <p:cNvPr id="5" name="Segnaposto numero diapositiva 15"/>
          <p:cNvSpPr txBox="1">
            <a:spLocks/>
          </p:cNvSpPr>
          <p:nvPr/>
        </p:nvSpPr>
        <p:spPr>
          <a:xfrm>
            <a:off x="5184312" y="5704116"/>
            <a:ext cx="452832" cy="3203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8F0DE3C-9064-0349-BF20-545D8B9674F8}" type="slidenum">
              <a:rPr lang="it-IT" sz="80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‹#›</a:t>
            </a:fld>
            <a:endParaRPr lang="it-IT" sz="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3666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formatted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1135687" y="1324030"/>
            <a:ext cx="4629853" cy="3888112"/>
          </a:xfrm>
          <a:prstGeom prst="rect">
            <a:avLst/>
          </a:prstGeom>
          <a:noFill/>
        </p:spPr>
        <p:txBody>
          <a:bodyPr lIns="78803" tIns="0" rIns="80064" bIns="0"/>
          <a:lstStyle>
            <a:lvl1pPr>
              <a:defRPr sz="1600"/>
            </a:lvl1pPr>
            <a:lvl2pPr>
              <a:spcBef>
                <a:spcPts val="0"/>
              </a:spcBef>
              <a:spcAft>
                <a:spcPts val="1403"/>
              </a:spcAft>
              <a:defRPr sz="1600"/>
            </a:lvl2pPr>
            <a:lvl3pPr marL="0" indent="0">
              <a:buNone/>
              <a:defRPr sz="1600" b="1"/>
            </a:lvl3pPr>
            <a:lvl4pPr marL="0" indent="0">
              <a:spcBef>
                <a:spcPts val="1200"/>
              </a:spcBef>
              <a:defRPr sz="3600"/>
            </a:lvl4pPr>
            <a:lvl5pPr marL="0" indent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sv-SE" dirty="0" err="1"/>
              <a:t>Fifth</a:t>
            </a:r>
            <a:r>
              <a:rPr lang="sv-SE" dirty="0"/>
              <a:t> </a:t>
            </a:r>
            <a:r>
              <a:rPr lang="sv-SE" dirty="0" err="1"/>
              <a:t>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7619098" y="1609006"/>
            <a:ext cx="3069557" cy="1270748"/>
          </a:xfrm>
          <a:prstGeom prst="rect">
            <a:avLst/>
          </a:prstGeom>
          <a:solidFill>
            <a:srgbClr val="424546"/>
          </a:solidFill>
        </p:spPr>
        <p:txBody>
          <a:bodyPr lIns="80064" tIns="40031" rIns="80064" bIns="40031" anchor="ctr" anchorCtr="0"/>
          <a:lstStyle>
            <a:lvl1pPr marL="0" marR="0" indent="0" algn="l" defTabSz="649566" rtl="0" eaLnBrk="1" fontAlgn="auto" latinLnBrk="0" hangingPunct="1">
              <a:lnSpc>
                <a:spcPct val="90000"/>
              </a:lnSpc>
              <a:spcBef>
                <a:spcPts val="712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sz="14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pPr marL="0" marR="0" lvl="0" indent="0" algn="l" defTabSz="649566" rtl="0" eaLnBrk="1" fontAlgn="auto" latinLnBrk="0" hangingPunct="1">
              <a:lnSpc>
                <a:spcPct val="90000"/>
              </a:lnSpc>
              <a:spcBef>
                <a:spcPts val="712"/>
              </a:spcBef>
              <a:spcAft>
                <a:spcPts val="2102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en-US" dirty="0"/>
              <a:t>! Insert a background image: Choose [Picture fill]</a:t>
            </a:r>
            <a:br>
              <a:rPr lang="en-US" dirty="0"/>
            </a:br>
            <a:r>
              <a:rPr lang="en-US" dirty="0"/>
              <a:t>! Format font: Choose [Increase List Level]</a:t>
            </a:r>
            <a:br>
              <a:rPr lang="en-US" dirty="0"/>
            </a:br>
            <a:r>
              <a:rPr lang="en-US" dirty="0"/>
              <a:t>Don’t write anything in this text box.</a:t>
            </a:r>
          </a:p>
        </p:txBody>
      </p:sp>
      <p:sp>
        <p:nvSpPr>
          <p:cNvPr id="7" name="SmartArt Placeholder 6"/>
          <p:cNvSpPr>
            <a:spLocks noGrp="1"/>
          </p:cNvSpPr>
          <p:nvPr>
            <p:ph type="dgm" sz="quarter" idx="17"/>
          </p:nvPr>
        </p:nvSpPr>
        <p:spPr>
          <a:xfrm>
            <a:off x="6277720" y="1366740"/>
            <a:ext cx="3948858" cy="3201438"/>
          </a:xfrm>
          <a:prstGeom prst="rect">
            <a:avLst/>
          </a:prstGeom>
        </p:spPr>
        <p:txBody>
          <a:bodyPr lIns="80064" tIns="40031" rIns="80064" bIns="4003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4047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es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1135668" y="1324030"/>
            <a:ext cx="4950918" cy="40854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098391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ntro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131835" y="1333413"/>
            <a:ext cx="5053853" cy="645459"/>
          </a:xfrm>
          <a:prstGeom prst="rect">
            <a:avLst/>
          </a:prstGeom>
        </p:spPr>
        <p:txBody>
          <a:bodyPr lIns="91304" tIns="45651" rIns="91304" bIns="45651"/>
          <a:lstStyle>
            <a:lvl1pPr>
              <a:defRPr sz="1403" b="0"/>
            </a:lvl1pPr>
          </a:lstStyle>
          <a:p>
            <a:pPr lvl="0"/>
            <a:r>
              <a:rPr lang="sv-SE" dirty="0" err="1"/>
              <a:t>Introduction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131834" y="2128202"/>
            <a:ext cx="2486518" cy="3241162"/>
          </a:xfrm>
          <a:prstGeom prst="rect">
            <a:avLst/>
          </a:prstGeom>
        </p:spPr>
        <p:txBody>
          <a:bodyPr lIns="91304" tIns="45651" rIns="91304" bIns="45651"/>
          <a:lstStyle>
            <a:lvl1pPr>
              <a:spcBef>
                <a:spcPts val="1799"/>
              </a:spcBef>
              <a:spcAft>
                <a:spcPts val="1199"/>
              </a:spcAft>
              <a:defRPr sz="1637" b="1"/>
            </a:lvl1pPr>
            <a:lvl2pPr>
              <a:spcAft>
                <a:spcPts val="1199"/>
              </a:spcAft>
              <a:defRPr sz="1052"/>
            </a:lvl2pPr>
            <a:lvl3pPr>
              <a:defRPr sz="1052" b="1" baseline="0"/>
            </a:lvl3pPr>
          </a:lstStyle>
          <a:p>
            <a:pPr lvl="0"/>
            <a:r>
              <a:rPr lang="en-US" dirty="0"/>
              <a:t>Heading 1</a:t>
            </a:r>
          </a:p>
          <a:p>
            <a:pPr lvl="1"/>
            <a:r>
              <a:rPr lang="sv-SE" dirty="0"/>
              <a:t>Body</a:t>
            </a:r>
          </a:p>
          <a:p>
            <a:pPr lvl="2"/>
            <a:r>
              <a:rPr lang="sv-SE" dirty="0"/>
              <a:t>Final </a:t>
            </a:r>
            <a:r>
              <a:rPr lang="sv-SE" dirty="0" err="1"/>
              <a:t>statement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3700782" y="2129478"/>
            <a:ext cx="2484908" cy="3226658"/>
          </a:xfrm>
          <a:prstGeom prst="rect">
            <a:avLst/>
          </a:prstGeom>
        </p:spPr>
        <p:txBody>
          <a:bodyPr vert="horz" lIns="91304" tIns="45651" rIns="91304" bIns="45651" rtlCol="0">
            <a:normAutofit/>
          </a:bodyPr>
          <a:lstStyle>
            <a:lvl1pPr>
              <a:spcBef>
                <a:spcPts val="1799"/>
              </a:spcBef>
              <a:spcAft>
                <a:spcPts val="1199"/>
              </a:spcAft>
              <a:defRPr lang="en-US" sz="1637" b="1" smtClean="0"/>
            </a:lvl1pPr>
            <a:lvl2pPr>
              <a:spcAft>
                <a:spcPts val="1199"/>
              </a:spcAft>
              <a:defRPr lang="en-US" sz="1052" smtClean="0"/>
            </a:lvl2pPr>
            <a:lvl3pPr>
              <a:defRPr lang="en-US" sz="1052" b="1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 dirty="0"/>
              <a:t>Heading 1</a:t>
            </a:r>
          </a:p>
          <a:p>
            <a:pPr lvl="1"/>
            <a:r>
              <a:rPr lang="sv-SE" dirty="0"/>
              <a:t>Body</a:t>
            </a:r>
          </a:p>
          <a:p>
            <a:pPr lvl="2"/>
            <a:r>
              <a:rPr lang="sv-SE" dirty="0"/>
              <a:t>Final </a:t>
            </a:r>
            <a:r>
              <a:rPr lang="sv-SE" dirty="0" err="1"/>
              <a:t>statement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869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formatted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1135687" y="1324030"/>
            <a:ext cx="4629853" cy="3888112"/>
          </a:xfrm>
          <a:prstGeom prst="rect">
            <a:avLst/>
          </a:prstGeom>
          <a:noFill/>
        </p:spPr>
        <p:txBody>
          <a:bodyPr lIns="89865" tIns="0" rIns="91304" bIns="0"/>
          <a:lstStyle>
            <a:lvl1pPr>
              <a:defRPr sz="1637"/>
            </a:lvl1pPr>
            <a:lvl2pPr>
              <a:spcBef>
                <a:spcPts val="0"/>
              </a:spcBef>
              <a:spcAft>
                <a:spcPts val="1403"/>
              </a:spcAft>
              <a:defRPr sz="1637"/>
            </a:lvl2pPr>
            <a:lvl3pPr marL="0" indent="0">
              <a:buNone/>
              <a:defRPr sz="1637" b="1"/>
            </a:lvl3pPr>
            <a:lvl4pPr marL="0" indent="0">
              <a:spcBef>
                <a:spcPts val="1199"/>
              </a:spcBef>
              <a:defRPr sz="3623"/>
            </a:lvl4pPr>
            <a:lvl5pPr marL="0" indent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sv-SE" dirty="0" err="1"/>
              <a:t>Fifth</a:t>
            </a:r>
            <a:r>
              <a:rPr lang="sv-SE" dirty="0"/>
              <a:t> </a:t>
            </a:r>
            <a:r>
              <a:rPr lang="sv-SE" dirty="0" err="1"/>
              <a:t>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7619098" y="1609006"/>
            <a:ext cx="3069557" cy="1270748"/>
          </a:xfrm>
          <a:prstGeom prst="rect">
            <a:avLst/>
          </a:prstGeom>
          <a:solidFill>
            <a:srgbClr val="424546"/>
          </a:solidFill>
        </p:spPr>
        <p:txBody>
          <a:bodyPr lIns="91304" tIns="45651" rIns="91304" bIns="45651" anchor="ctr" anchorCtr="0"/>
          <a:lstStyle>
            <a:lvl1pPr marL="0" marR="0" indent="0" algn="l" defTabSz="649418" rtl="0" eaLnBrk="1" fontAlgn="auto" latinLnBrk="0" hangingPunct="1">
              <a:lnSpc>
                <a:spcPct val="90000"/>
              </a:lnSpc>
              <a:spcBef>
                <a:spcPts val="712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sz="1403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pPr marL="0" marR="0" lvl="0" indent="0" algn="l" defTabSz="649418" rtl="0" eaLnBrk="1" fontAlgn="auto" latinLnBrk="0" hangingPunct="1">
              <a:lnSpc>
                <a:spcPct val="90000"/>
              </a:lnSpc>
              <a:spcBef>
                <a:spcPts val="712"/>
              </a:spcBef>
              <a:spcAft>
                <a:spcPts val="2101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en-US" dirty="0"/>
              <a:t>! Insert a background image: Choose [Picture fill]</a:t>
            </a:r>
            <a:br>
              <a:rPr lang="en-US" dirty="0"/>
            </a:br>
            <a:r>
              <a:rPr lang="en-US" dirty="0"/>
              <a:t>! Format font: Choose [Increase List Level]</a:t>
            </a:r>
            <a:br>
              <a:rPr lang="en-US" dirty="0"/>
            </a:br>
            <a:r>
              <a:rPr lang="en-US" dirty="0"/>
              <a:t>Don’t write anything in this text box.</a:t>
            </a:r>
          </a:p>
        </p:txBody>
      </p:sp>
      <p:sp>
        <p:nvSpPr>
          <p:cNvPr id="7" name="SmartArt Placeholder 6"/>
          <p:cNvSpPr>
            <a:spLocks noGrp="1"/>
          </p:cNvSpPr>
          <p:nvPr>
            <p:ph type="dgm" sz="quarter" idx="17"/>
          </p:nvPr>
        </p:nvSpPr>
        <p:spPr>
          <a:xfrm>
            <a:off x="6277720" y="1366740"/>
            <a:ext cx="3948858" cy="3201438"/>
          </a:xfrm>
          <a:prstGeom prst="rect">
            <a:avLst/>
          </a:prstGeom>
        </p:spPr>
        <p:txBody>
          <a:bodyPr lIns="91304" tIns="45651" rIns="91304" bIns="4565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229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1" y="-79653"/>
            <a:ext cx="10984280" cy="6147485"/>
            <a:chOff x="1" y="-68094"/>
            <a:chExt cx="9396918" cy="5255370"/>
          </a:xfrm>
        </p:grpSpPr>
        <p:sp>
          <p:nvSpPr>
            <p:cNvPr id="15" name="Rectangle 33"/>
            <p:cNvSpPr/>
            <p:nvPr userDrawn="1"/>
          </p:nvSpPr>
          <p:spPr>
            <a:xfrm>
              <a:off x="4309607" y="0"/>
              <a:ext cx="4834393" cy="5187276"/>
            </a:xfrm>
            <a:custGeom>
              <a:avLst/>
              <a:gdLst>
                <a:gd name="connsiteX0" fmla="*/ 0 w 2701992"/>
                <a:gd name="connsiteY0" fmla="*/ 0 h 5154198"/>
                <a:gd name="connsiteX1" fmla="*/ 2701992 w 2701992"/>
                <a:gd name="connsiteY1" fmla="*/ 0 h 5154198"/>
                <a:gd name="connsiteX2" fmla="*/ 2701992 w 2701992"/>
                <a:gd name="connsiteY2" fmla="*/ 5154198 h 5154198"/>
                <a:gd name="connsiteX3" fmla="*/ 0 w 2701992"/>
                <a:gd name="connsiteY3" fmla="*/ 5154198 h 5154198"/>
                <a:gd name="connsiteX4" fmla="*/ 0 w 2701992"/>
                <a:gd name="connsiteY4" fmla="*/ 0 h 5154198"/>
                <a:gd name="connsiteX0" fmla="*/ 1884459 w 4586451"/>
                <a:gd name="connsiteY0" fmla="*/ 0 h 5178052"/>
                <a:gd name="connsiteX1" fmla="*/ 4586451 w 4586451"/>
                <a:gd name="connsiteY1" fmla="*/ 0 h 5178052"/>
                <a:gd name="connsiteX2" fmla="*/ 4586451 w 4586451"/>
                <a:gd name="connsiteY2" fmla="*/ 5154198 h 5178052"/>
                <a:gd name="connsiteX3" fmla="*/ 0 w 4586451"/>
                <a:gd name="connsiteY3" fmla="*/ 5178052 h 5178052"/>
                <a:gd name="connsiteX4" fmla="*/ 1884459 w 4586451"/>
                <a:gd name="connsiteY4" fmla="*/ 0 h 5178052"/>
                <a:gd name="connsiteX0" fmla="*/ 1884459 w 4586451"/>
                <a:gd name="connsiteY0" fmla="*/ 0 h 5178052"/>
                <a:gd name="connsiteX1" fmla="*/ 4586451 w 4586451"/>
                <a:gd name="connsiteY1" fmla="*/ 0 h 5178052"/>
                <a:gd name="connsiteX2" fmla="*/ 4586451 w 4586451"/>
                <a:gd name="connsiteY2" fmla="*/ 5154198 h 5178052"/>
                <a:gd name="connsiteX3" fmla="*/ 0 w 4586451"/>
                <a:gd name="connsiteY3" fmla="*/ 5178052 h 5178052"/>
                <a:gd name="connsiteX4" fmla="*/ 1884459 w 4586451"/>
                <a:gd name="connsiteY4" fmla="*/ 0 h 5178052"/>
                <a:gd name="connsiteX0" fmla="*/ 1884459 w 4586451"/>
                <a:gd name="connsiteY0" fmla="*/ 0 h 5178052"/>
                <a:gd name="connsiteX1" fmla="*/ 4586451 w 4586451"/>
                <a:gd name="connsiteY1" fmla="*/ 0 h 5178052"/>
                <a:gd name="connsiteX2" fmla="*/ 4586451 w 4586451"/>
                <a:gd name="connsiteY2" fmla="*/ 5154198 h 5178052"/>
                <a:gd name="connsiteX3" fmla="*/ 0 w 4586451"/>
                <a:gd name="connsiteY3" fmla="*/ 5178052 h 5178052"/>
                <a:gd name="connsiteX4" fmla="*/ 1884459 w 4586451"/>
                <a:gd name="connsiteY4" fmla="*/ 0 h 5178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6451" h="5178052">
                  <a:moveTo>
                    <a:pt x="1884459" y="0"/>
                  </a:moveTo>
                  <a:lnTo>
                    <a:pt x="4586451" y="0"/>
                  </a:lnTo>
                  <a:lnTo>
                    <a:pt x="4586451" y="5154198"/>
                  </a:lnTo>
                  <a:lnTo>
                    <a:pt x="0" y="5178052"/>
                  </a:lnTo>
                  <a:cubicBezTo>
                    <a:pt x="2584174" y="2792077"/>
                    <a:pt x="2194560" y="907032"/>
                    <a:pt x="1884459" y="0"/>
                  </a:cubicBezTo>
                  <a:close/>
                </a:path>
              </a:pathLst>
            </a:custGeom>
            <a:solidFill>
              <a:schemeClr val="bg2">
                <a:lumMod val="85000"/>
                <a:alpha val="87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533620"/>
              <a:endParaRPr lang="en-US" sz="2104" kern="0" dirty="0">
                <a:solidFill>
                  <a:prstClr val="white"/>
                </a:solidFill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" y="-68094"/>
              <a:ext cx="9396918" cy="525537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315246" y="1675730"/>
            <a:ext cx="6255125" cy="1033792"/>
          </a:xfrm>
        </p:spPr>
        <p:txBody>
          <a:bodyPr anchor="t" anchorCtr="0">
            <a:noAutofit/>
          </a:bodyPr>
          <a:lstStyle>
            <a:lvl1pPr>
              <a:defRPr sz="3273" b="0" spc="73" baseline="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sv-S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15246" y="2791442"/>
            <a:ext cx="3999644" cy="864181"/>
          </a:xfrm>
          <a:effectLst/>
        </p:spPr>
        <p:txBody>
          <a:bodyPr lIns="0">
            <a:normAutofit/>
          </a:bodyPr>
          <a:lstStyle>
            <a:lvl1pPr marL="0" indent="0">
              <a:buNone/>
              <a:defRPr sz="1637">
                <a:gradFill flip="none" rotWithShape="1">
                  <a:gsLst>
                    <a:gs pos="0">
                      <a:schemeClr val="accent5">
                        <a:lumMod val="67000"/>
                      </a:schemeClr>
                    </a:gs>
                    <a:gs pos="48000">
                      <a:schemeClr val="accent5">
                        <a:lumMod val="97000"/>
                        <a:lumOff val="3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effectLst>
                  <a:glow rad="1435100">
                    <a:schemeClr val="accent1">
                      <a:lumMod val="50000"/>
                      <a:alpha val="40000"/>
                    </a:schemeClr>
                  </a:glow>
                </a:effectLst>
              </a:defRPr>
            </a:lvl1pPr>
          </a:lstStyle>
          <a:p>
            <a:pPr lvl="0"/>
            <a:r>
              <a:rPr lang="en-US" dirty="0"/>
              <a:t>Click to add sub-title (optional)</a:t>
            </a:r>
          </a:p>
        </p:txBody>
      </p:sp>
      <p:pic>
        <p:nvPicPr>
          <p:cNvPr id="8" name="Immagine 11" descr="logo Coesia.png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07824" y="5431861"/>
            <a:ext cx="1420242" cy="28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415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6">
          <p15:clr>
            <a:srgbClr val="FBAE40"/>
          </p15:clr>
        </p15:guide>
        <p15:guide id="2" pos="44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7" Type="http://schemas.openxmlformats.org/officeDocument/2006/relationships/image" Target="../media/image3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.bin"/><Relationship Id="rId5" Type="http://schemas.openxmlformats.org/officeDocument/2006/relationships/tags" Target="../tags/tag3.xml"/><Relationship Id="rId4" Type="http://schemas.openxmlformats.org/officeDocument/2006/relationships/theme" Target="../theme/theme2.xml"/><Relationship Id="rId9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theme" Target="../theme/theme3.xml"/><Relationship Id="rId1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image" Target="../media/image7.png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6.emf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tags" Target="../tags/tag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7.xml"/><Relationship Id="rId7" Type="http://schemas.openxmlformats.org/officeDocument/2006/relationships/image" Target="../media/image10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tags" Target="../tags/tag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9.xml"/><Relationship Id="rId7" Type="http://schemas.openxmlformats.org/officeDocument/2006/relationships/image" Target="../media/image10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.bin"/><Relationship Id="rId4" Type="http://schemas.openxmlformats.org/officeDocument/2006/relationships/tags" Target="../tags/tag1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11.xml"/><Relationship Id="rId7" Type="http://schemas.openxmlformats.org/officeDocument/2006/relationships/image" Target="../media/image10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tags" Target="../tags/tag12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heme" Target="../theme/theme7.xml"/><Relationship Id="rId6" Type="http://schemas.openxmlformats.org/officeDocument/2006/relationships/image" Target="../media/image12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7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15.xml"/><Relationship Id="rId7" Type="http://schemas.openxmlformats.org/officeDocument/2006/relationships/image" Target="../media/image10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.bin"/><Relationship Id="rId4" Type="http://schemas.openxmlformats.org/officeDocument/2006/relationships/tags" Target="../tags/tag16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heme" Target="../theme/theme9.xml"/><Relationship Id="rId6" Type="http://schemas.openxmlformats.org/officeDocument/2006/relationships/image" Target="../media/image14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9.bin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0.bin"/><Relationship Id="rId4" Type="http://schemas.openxmlformats.org/officeDocument/2006/relationships/tags" Target="../tags/tag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ggetto 1" hidden="1">
            <a:extLst>
              <a:ext uri="{FF2B5EF4-FFF2-40B4-BE49-F238E27FC236}">
                <a16:creationId xmlns:a16="http://schemas.microsoft.com/office/drawing/2014/main" id="{806360A6-C612-49A8-98A1-B1A844B18F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8141018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4" imgW="270" imgH="270" progId="TCLayout.ActiveDocument.1">
                  <p:embed/>
                </p:oleObj>
              </mc:Choice>
              <mc:Fallback>
                <p:oleObj name="Diapositiva think-cell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magine 4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42486" y="0"/>
            <a:ext cx="6574240" cy="4173186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0688635" cy="601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802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ggetto 1" hidden="1">
            <a:extLst>
              <a:ext uri="{FF2B5EF4-FFF2-40B4-BE49-F238E27FC236}">
                <a16:creationId xmlns:a16="http://schemas.microsoft.com/office/drawing/2014/main" id="{4D1C2F66-66AE-480C-88C5-6432EFBA8B5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793532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6" imgW="270" imgH="270" progId="TCLayout.ActiveDocument.1">
                  <p:embed/>
                </p:oleObj>
              </mc:Choice>
              <mc:Fallback>
                <p:oleObj name="Diapositiva think-cell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Immagine 3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061708" cy="6008931"/>
          </a:xfrm>
          <a:prstGeom prst="rect">
            <a:avLst/>
          </a:prstGeom>
        </p:spPr>
      </p:pic>
      <p:pic>
        <p:nvPicPr>
          <p:cNvPr id="5" name="Immagine 4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41108" y="5414677"/>
            <a:ext cx="907826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94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87" r:id="rId2"/>
    <p:sldLayoutId id="2147483688" r:id="rId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400" kern="1200">
          <a:solidFill>
            <a:srgbClr val="D70A00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ggetto 1" hidden="1"/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42565548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15" imgW="270" imgH="270" progId="TCLayout.ActiveDocument.1">
                  <p:embed/>
                </p:oleObj>
              </mc:Choice>
              <mc:Fallback>
                <p:oleObj name="Diapositiva think-cell" r:id="rId1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677158" y="5260704"/>
            <a:ext cx="3382268" cy="320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Presentation title</a:t>
            </a:r>
            <a:endParaRPr lang="it-IT"/>
          </a:p>
        </p:txBody>
      </p:sp>
      <p:sp>
        <p:nvSpPr>
          <p:cNvPr id="10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4059426" y="5256213"/>
            <a:ext cx="2493962" cy="320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fld id="{26739B6E-F0F0-0749-A211-262B46D51482}" type="slidenum">
              <a:rPr lang="it-IT"/>
              <a:pPr/>
              <a:t>‹#›</a:t>
            </a:fld>
            <a:endParaRPr lang="it-IT"/>
          </a:p>
        </p:txBody>
      </p:sp>
      <p:pic>
        <p:nvPicPr>
          <p:cNvPr id="11" name="Immagine 10"/>
          <p:cNvPicPr>
            <a:picLocks noChangeAspect="1"/>
          </p:cNvPicPr>
          <p:nvPr/>
        </p:nvPicPr>
        <p:blipFill rotWithShape="1"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0287000" cy="2298700"/>
          </a:xfrm>
          <a:prstGeom prst="rect">
            <a:avLst/>
          </a:prstGeom>
        </p:spPr>
      </p:pic>
      <p:pic>
        <p:nvPicPr>
          <p:cNvPr id="13" name="Immagine 12" descr="PPT_16_9_GD-03 copia.png"/>
          <p:cNvPicPr>
            <a:picLocks noChangeAspect="1"/>
          </p:cNvPicPr>
          <p:nvPr/>
        </p:nvPicPr>
        <p:blipFill rotWithShape="1"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01100" y="3873499"/>
            <a:ext cx="1900238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390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5" r:id="rId2"/>
    <p:sldLayoutId id="2147483666" r:id="rId3"/>
    <p:sldLayoutId id="2147483670" r:id="rId4"/>
    <p:sldLayoutId id="2147483668" r:id="rId5"/>
    <p:sldLayoutId id="2147483667" r:id="rId6"/>
    <p:sldLayoutId id="2147483671" r:id="rId7"/>
    <p:sldLayoutId id="2147483673" r:id="rId8"/>
    <p:sldLayoutId id="2147483669" r:id="rId9"/>
    <p:sldLayoutId id="2147483672" r:id="rId10"/>
    <p:sldLayoutId id="2147483686" r:id="rId11"/>
    <p:sldLayoutId id="2147483689" r:id="rId12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ggetto 3" hidden="1">
            <a:extLst>
              <a:ext uri="{FF2B5EF4-FFF2-40B4-BE49-F238E27FC236}">
                <a16:creationId xmlns:a16="http://schemas.microsoft.com/office/drawing/2014/main" id="{7B0C7B7E-F192-4DDB-A370-11C614CB6C0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445593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tangolo 2" hidden="1">
            <a:extLst>
              <a:ext uri="{FF2B5EF4-FFF2-40B4-BE49-F238E27FC236}">
                <a16:creationId xmlns:a16="http://schemas.microsoft.com/office/drawing/2014/main" id="{59BA6DC0-A791-4D09-8A83-9C21E33E28AA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9525" cap="flat" cmpd="sng" algn="ctr">
            <a:solidFill>
              <a:schemeClr val="bg1"/>
            </a:solidFill>
            <a:prstDash val="solid"/>
          </a:ln>
          <a:effectLst/>
        </p:spPr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7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9167" y="328617"/>
            <a:ext cx="8581806" cy="521493"/>
          </a:xfrm>
          <a:prstGeom prst="rect">
            <a:avLst/>
          </a:prstGeom>
        </p:spPr>
        <p:txBody>
          <a:bodyPr vert="horz" lIns="0" tIns="40031" rIns="80064" bIns="40031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11"/>
          <p:cNvPicPr>
            <a:picLocks noChangeAspect="1"/>
          </p:cNvPicPr>
          <p:nvPr userDrawn="1"/>
        </p:nvPicPr>
        <p:blipFill rotWithShape="1">
          <a:blip r:embed="rId7" cstate="email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13211" y="-380995"/>
            <a:ext cx="1981200" cy="277216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7" cstate="email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70024" y="3501044"/>
            <a:ext cx="1712278" cy="2529705"/>
          </a:xfrm>
          <a:prstGeom prst="rect">
            <a:avLst/>
          </a:prstGeom>
        </p:spPr>
      </p:pic>
      <p:sp>
        <p:nvSpPr>
          <p:cNvPr id="6" name="Segnaposto numero diapositiva 15"/>
          <p:cNvSpPr txBox="1">
            <a:spLocks/>
          </p:cNvSpPr>
          <p:nvPr userDrawn="1"/>
        </p:nvSpPr>
        <p:spPr>
          <a:xfrm>
            <a:off x="3383089" y="5710074"/>
            <a:ext cx="2493962" cy="320675"/>
          </a:xfrm>
          <a:prstGeom prst="rect">
            <a:avLst/>
          </a:prstGeom>
        </p:spPr>
        <p:txBody>
          <a:bodyPr lIns="91292" tIns="45645" rIns="91292" bIns="45645" anchor="ctr"/>
          <a:lstStyle>
            <a:lvl1pPr defTabSz="4556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4556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4556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4556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4556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fld id="{D1483C18-E96F-D447-B307-FB89C4216318}" type="slidenum">
              <a:rPr lang="it-IT" sz="800">
                <a:solidFill>
                  <a:srgbClr val="FFFFFF"/>
                </a:solidFill>
                <a:cs typeface="Arial" charset="0"/>
              </a:rPr>
              <a:pPr algn="ctr" eaLnBrk="1" hangingPunct="1"/>
              <a:t>‹#›</a:t>
            </a:fld>
            <a:endParaRPr lang="it-IT" sz="800" dirty="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8" name="Immagine 5" descr="LOGO COESIA NEG.png"/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3497" y="5483720"/>
            <a:ext cx="1104633" cy="22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35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</p:sldLayoutIdLst>
  <p:hf sldNum="0" hdr="0"/>
  <p:txStyles>
    <p:titleStyle>
      <a:lvl1pPr algn="l" defTabSz="650026" rtl="0" eaLnBrk="1" latinLnBrk="0" hangingPunct="1">
        <a:lnSpc>
          <a:spcPct val="90000"/>
        </a:lnSpc>
        <a:spcBef>
          <a:spcPct val="0"/>
        </a:spcBef>
        <a:buNone/>
        <a:defRPr sz="3700" b="0" kern="120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50026" rtl="0" eaLnBrk="1" latinLnBrk="0" hangingPunct="1">
        <a:lnSpc>
          <a:spcPct val="90000"/>
        </a:lnSpc>
        <a:spcBef>
          <a:spcPts val="712"/>
        </a:spcBef>
        <a:spcAft>
          <a:spcPts val="2105"/>
        </a:spcAft>
        <a:buClr>
          <a:schemeClr val="tx2"/>
        </a:buClr>
        <a:buFont typeface="Wingdings 2" panose="05020102010507070707" pitchFamily="18" charset="2"/>
        <a:buNone/>
        <a:defRPr lang="en-US" sz="1600" kern="120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200148" indent="-200148" algn="l" defTabSz="650026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200148" indent="-200148" algn="l" defTabSz="650026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100" kern="1200">
          <a:solidFill>
            <a:schemeClr val="bg1"/>
          </a:solidFill>
          <a:latin typeface="+mn-lt"/>
          <a:ea typeface="+mn-ea"/>
          <a:cs typeface="+mn-cs"/>
        </a:defRPr>
      </a:lvl3pPr>
      <a:lvl4pPr marL="975046" indent="0" algn="l" defTabSz="650026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00049" indent="0" algn="l" defTabSz="650026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787569" indent="-162505" algn="l" defTabSz="650026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112590" indent="-162505" algn="l" defTabSz="650026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604" indent="-162505" algn="l" defTabSz="650026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762621" indent="-162505" algn="l" defTabSz="650026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0026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5013" algn="l" defTabSz="650026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50026" algn="l" defTabSz="650026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75046" algn="l" defTabSz="650026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00049" algn="l" defTabSz="650026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25071" algn="l" defTabSz="650026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50080" algn="l" defTabSz="650026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75096" algn="l" defTabSz="650026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600109" algn="l" defTabSz="650026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13">
          <p15:clr>
            <a:srgbClr val="F26B43"/>
          </p15:clr>
        </p15:guide>
        <p15:guide id="2" pos="612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ggetto 4" hidden="1">
            <a:extLst>
              <a:ext uri="{FF2B5EF4-FFF2-40B4-BE49-F238E27FC236}">
                <a16:creationId xmlns:a16="http://schemas.microsoft.com/office/drawing/2014/main" id="{1757F136-FA5A-4D88-80E6-1F8CE6FF34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3916310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tangolo 3" hidden="1">
            <a:extLst>
              <a:ext uri="{FF2B5EF4-FFF2-40B4-BE49-F238E27FC236}">
                <a16:creationId xmlns:a16="http://schemas.microsoft.com/office/drawing/2014/main" id="{A85F65EE-61EA-4DBF-83E0-BF0ADD626DC3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9525" cap="flat" cmpd="sng" algn="ctr">
            <a:solidFill>
              <a:schemeClr val="bg1"/>
            </a:solidFill>
            <a:prstDash val="solid"/>
          </a:ln>
          <a:effectLst/>
        </p:spPr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741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Rettangolo 8"/>
          <p:cNvSpPr/>
          <p:nvPr userDrawn="1"/>
        </p:nvSpPr>
        <p:spPr>
          <a:xfrm>
            <a:off x="-4626" y="22"/>
            <a:ext cx="6312188" cy="6016621"/>
          </a:xfrm>
          <a:prstGeom prst="rect">
            <a:avLst/>
          </a:prstGeom>
          <a:solidFill>
            <a:sysClr val="windowText" lastClr="000000">
              <a:lumMod val="75000"/>
              <a:lumOff val="25000"/>
              <a:alpha val="82000"/>
            </a:sys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06728" tIns="53363" rIns="106728" bIns="53363" rtlCol="0" anchor="ctr"/>
          <a:lstStyle/>
          <a:p>
            <a:pPr algn="ctr" defTabSz="533620">
              <a:defRPr/>
            </a:pPr>
            <a:endParaRPr lang="it-IT" sz="2104" kern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9165" y="328617"/>
            <a:ext cx="5747072" cy="521493"/>
          </a:xfrm>
          <a:prstGeom prst="rect">
            <a:avLst/>
          </a:prstGeom>
        </p:spPr>
        <p:txBody>
          <a:bodyPr vert="horz" lIns="0" tIns="45651" rIns="91304" bIns="45651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5670" y="1324046"/>
            <a:ext cx="4950569" cy="4095698"/>
          </a:xfrm>
          <a:prstGeom prst="rect">
            <a:avLst/>
          </a:prstGeom>
        </p:spPr>
        <p:txBody>
          <a:bodyPr vert="horz" lIns="91304" tIns="45651" rIns="91304" bIns="4565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8" name="Picture 11"/>
          <p:cNvPicPr>
            <a:picLocks noChangeAspect="1"/>
          </p:cNvPicPr>
          <p:nvPr userDrawn="1"/>
        </p:nvPicPr>
        <p:blipFill rotWithShape="1">
          <a:blip r:embed="rId7" cstate="screen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13211" y="-380995"/>
            <a:ext cx="1981200" cy="2772167"/>
          </a:xfrm>
          <a:prstGeom prst="rect">
            <a:avLst/>
          </a:prstGeom>
        </p:spPr>
      </p:pic>
      <p:pic>
        <p:nvPicPr>
          <p:cNvPr id="9" name="Picture 12"/>
          <p:cNvPicPr>
            <a:picLocks noChangeAspect="1"/>
          </p:cNvPicPr>
          <p:nvPr userDrawn="1"/>
        </p:nvPicPr>
        <p:blipFill rotWithShape="1">
          <a:blip r:embed="rId7" cstate="screen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70024" y="3501044"/>
            <a:ext cx="1712278" cy="2529705"/>
          </a:xfrm>
          <a:prstGeom prst="rect">
            <a:avLst/>
          </a:prstGeom>
        </p:spPr>
      </p:pic>
      <p:sp>
        <p:nvSpPr>
          <p:cNvPr id="10" name="Segnaposto numero diapositiva 15"/>
          <p:cNvSpPr txBox="1">
            <a:spLocks/>
          </p:cNvSpPr>
          <p:nvPr userDrawn="1"/>
        </p:nvSpPr>
        <p:spPr>
          <a:xfrm>
            <a:off x="4097338" y="5710074"/>
            <a:ext cx="2493962" cy="320675"/>
          </a:xfrm>
          <a:prstGeom prst="rect">
            <a:avLst/>
          </a:prstGeom>
        </p:spPr>
        <p:txBody>
          <a:bodyPr lIns="91271" tIns="45634" rIns="91271" bIns="45634" anchor="ctr"/>
          <a:lstStyle>
            <a:lvl1pPr defTabSz="4556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4556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4556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4556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4556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fld id="{D1483C18-E96F-D447-B307-FB89C4216318}" type="slidenum">
              <a:rPr lang="it-IT" sz="818">
                <a:solidFill>
                  <a:srgbClr val="FFFFFF"/>
                </a:solidFill>
                <a:cs typeface="Arial" charset="0"/>
              </a:rPr>
              <a:pPr algn="ctr" eaLnBrk="1" hangingPunct="1"/>
              <a:t>‹#›</a:t>
            </a:fld>
            <a:endParaRPr lang="it-IT" sz="818" dirty="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14" name="Immagine 5" descr="LOGO COESIA NEG.png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3497" y="5483720"/>
            <a:ext cx="1104633" cy="22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86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</p:sldLayoutIdLst>
  <p:hf sldNum="0" hdr="0"/>
  <p:txStyles>
    <p:titleStyle>
      <a:lvl1pPr algn="l" defTabSz="649878" rtl="0" eaLnBrk="1" latinLnBrk="0" hangingPunct="1">
        <a:lnSpc>
          <a:spcPct val="90000"/>
        </a:lnSpc>
        <a:spcBef>
          <a:spcPct val="0"/>
        </a:spcBef>
        <a:buNone/>
        <a:defRPr sz="3741" b="0" kern="120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49878" rtl="0" eaLnBrk="1" latinLnBrk="0" hangingPunct="1">
        <a:lnSpc>
          <a:spcPct val="90000"/>
        </a:lnSpc>
        <a:spcBef>
          <a:spcPts val="2805"/>
        </a:spcBef>
        <a:spcAft>
          <a:spcPts val="0"/>
        </a:spcAft>
        <a:buClr>
          <a:schemeClr val="tx2"/>
        </a:buClr>
        <a:buFont typeface="Wingdings 2" panose="05020102010507070707" pitchFamily="18" charset="2"/>
        <a:buNone/>
        <a:defRPr lang="en-US" sz="1637" kern="120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33509" indent="-333509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637" kern="1200">
          <a:solidFill>
            <a:schemeClr val="bg1"/>
          </a:solidFill>
          <a:latin typeface="+mn-lt"/>
          <a:ea typeface="+mn-ea"/>
          <a:cs typeface="+mn-cs"/>
        </a:defRPr>
      </a:lvl2pPr>
      <a:lvl3pPr marL="0" indent="0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None/>
        <a:defRPr sz="1637" kern="1200">
          <a:solidFill>
            <a:schemeClr val="bg1"/>
          </a:solidFill>
          <a:latin typeface="+mn-lt"/>
          <a:ea typeface="+mn-ea"/>
          <a:cs typeface="+mn-cs"/>
        </a:defRPr>
      </a:lvl3pPr>
      <a:lvl4pPr marL="974824" indent="0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None/>
        <a:defRPr sz="1286" kern="1200">
          <a:solidFill>
            <a:schemeClr val="tx1"/>
          </a:solidFill>
          <a:latin typeface="+mn-lt"/>
          <a:ea typeface="+mn-ea"/>
          <a:cs typeface="+mn-cs"/>
        </a:defRPr>
      </a:lvl4pPr>
      <a:lvl5pPr marL="1299752" indent="0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None/>
        <a:defRPr sz="1286" kern="1200">
          <a:solidFill>
            <a:schemeClr val="tx1"/>
          </a:solidFill>
          <a:latin typeface="+mn-lt"/>
          <a:ea typeface="+mn-ea"/>
          <a:cs typeface="+mn-cs"/>
        </a:defRPr>
      </a:lvl5pPr>
      <a:lvl6pPr marL="1787162" indent="-162468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86" kern="1200">
          <a:solidFill>
            <a:schemeClr val="tx1"/>
          </a:solidFill>
          <a:latin typeface="+mn-lt"/>
          <a:ea typeface="+mn-ea"/>
          <a:cs typeface="+mn-cs"/>
        </a:defRPr>
      </a:lvl6pPr>
      <a:lvl7pPr marL="2112108" indent="-162468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86" kern="1200">
          <a:solidFill>
            <a:schemeClr val="tx1"/>
          </a:solidFill>
          <a:latin typeface="+mn-lt"/>
          <a:ea typeface="+mn-ea"/>
          <a:cs typeface="+mn-cs"/>
        </a:defRPr>
      </a:lvl7pPr>
      <a:lvl8pPr marL="2437048" indent="-162468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86" kern="1200">
          <a:solidFill>
            <a:schemeClr val="tx1"/>
          </a:solidFill>
          <a:latin typeface="+mn-lt"/>
          <a:ea typeface="+mn-ea"/>
          <a:cs typeface="+mn-cs"/>
        </a:defRPr>
      </a:lvl8pPr>
      <a:lvl9pPr marL="2761991" indent="-162468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8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1pPr>
      <a:lvl2pPr marL="324939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2pPr>
      <a:lvl3pPr marL="649878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3pPr>
      <a:lvl4pPr marL="974824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4pPr>
      <a:lvl5pPr marL="1299752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5pPr>
      <a:lvl6pPr marL="1624700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6pPr>
      <a:lvl7pPr marL="1949635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7pPr>
      <a:lvl8pPr marL="2274577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8pPr>
      <a:lvl9pPr marL="2599516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13">
          <p15:clr>
            <a:srgbClr val="F26B43"/>
          </p15:clr>
        </p15:guide>
        <p15:guide id="2" pos="612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ggetto 3" hidden="1">
            <a:extLst>
              <a:ext uri="{FF2B5EF4-FFF2-40B4-BE49-F238E27FC236}">
                <a16:creationId xmlns:a16="http://schemas.microsoft.com/office/drawing/2014/main" id="{77CBD9E6-2CE6-43C7-9999-674C4D1288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386177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tangolo 2" hidden="1">
            <a:extLst>
              <a:ext uri="{FF2B5EF4-FFF2-40B4-BE49-F238E27FC236}">
                <a16:creationId xmlns:a16="http://schemas.microsoft.com/office/drawing/2014/main" id="{A6980AB4-ECF4-48D4-88C2-C06EAD44374D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9525" cap="flat" cmpd="sng" algn="ctr">
            <a:solidFill>
              <a:schemeClr val="bg1"/>
            </a:solidFill>
            <a:prstDash val="solid"/>
          </a:ln>
          <a:effectLst/>
        </p:spPr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741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Rettangolo 14"/>
          <p:cNvSpPr/>
          <p:nvPr userDrawn="1"/>
        </p:nvSpPr>
        <p:spPr>
          <a:xfrm>
            <a:off x="0" y="-16024"/>
            <a:ext cx="6312188" cy="6048672"/>
          </a:xfrm>
          <a:prstGeom prst="rect">
            <a:avLst/>
          </a:prstGeom>
          <a:solidFill>
            <a:schemeClr val="accent6">
              <a:lumMod val="25000"/>
              <a:alpha val="9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6728" tIns="53363" rIns="106728" bIns="53363" rtlCol="0" anchor="ctr"/>
          <a:lstStyle/>
          <a:p>
            <a:pPr algn="ctr" defTabSz="701899"/>
            <a:endParaRPr lang="it-IT" sz="1753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9167" y="328617"/>
            <a:ext cx="5747072" cy="521493"/>
          </a:xfrm>
          <a:prstGeom prst="rect">
            <a:avLst/>
          </a:prstGeom>
        </p:spPr>
        <p:txBody>
          <a:bodyPr vert="horz" lIns="0" tIns="45651" rIns="91304" bIns="45651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11"/>
          <p:cNvPicPr>
            <a:picLocks noChangeAspect="1"/>
          </p:cNvPicPr>
          <p:nvPr userDrawn="1"/>
        </p:nvPicPr>
        <p:blipFill rotWithShape="1">
          <a:blip r:embed="rId7" cstate="screen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13211" y="-380995"/>
            <a:ext cx="1981200" cy="2772167"/>
          </a:xfrm>
          <a:prstGeom prst="rect">
            <a:avLst/>
          </a:prstGeom>
        </p:spPr>
      </p:pic>
      <p:pic>
        <p:nvPicPr>
          <p:cNvPr id="8" name="Picture 12"/>
          <p:cNvPicPr>
            <a:picLocks noChangeAspect="1"/>
          </p:cNvPicPr>
          <p:nvPr userDrawn="1"/>
        </p:nvPicPr>
        <p:blipFill rotWithShape="1">
          <a:blip r:embed="rId7" cstate="screen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70024" y="3501044"/>
            <a:ext cx="1712278" cy="2529705"/>
          </a:xfrm>
          <a:prstGeom prst="rect">
            <a:avLst/>
          </a:prstGeom>
        </p:spPr>
      </p:pic>
      <p:sp>
        <p:nvSpPr>
          <p:cNvPr id="12" name="Segnaposto numero diapositiva 15"/>
          <p:cNvSpPr txBox="1">
            <a:spLocks/>
          </p:cNvSpPr>
          <p:nvPr userDrawn="1"/>
        </p:nvSpPr>
        <p:spPr>
          <a:xfrm>
            <a:off x="4097338" y="5703903"/>
            <a:ext cx="2493962" cy="320675"/>
          </a:xfrm>
          <a:prstGeom prst="rect">
            <a:avLst/>
          </a:prstGeom>
        </p:spPr>
        <p:txBody>
          <a:bodyPr lIns="91271" tIns="45634" rIns="91271" bIns="45634" anchor="ctr"/>
          <a:lstStyle>
            <a:lvl1pPr defTabSz="4556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4556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4556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4556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4556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fld id="{D1483C18-E96F-D447-B307-FB89C4216318}" type="slidenum">
              <a:rPr lang="it-IT" sz="818">
                <a:solidFill>
                  <a:srgbClr val="FFFFFF"/>
                </a:solidFill>
                <a:cs typeface="Arial" charset="0"/>
              </a:rPr>
              <a:pPr algn="ctr" eaLnBrk="1" hangingPunct="1"/>
              <a:t>‹#›</a:t>
            </a:fld>
            <a:endParaRPr lang="it-IT" sz="818" dirty="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13" name="Immagine 5" descr="LOGO COESIA NEG.png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3497" y="5483720"/>
            <a:ext cx="1104633" cy="22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484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</p:sldLayoutIdLst>
  <p:hf sldNum="0" hdr="0"/>
  <p:txStyles>
    <p:titleStyle>
      <a:lvl1pPr algn="l" defTabSz="649418" rtl="0" eaLnBrk="1" latinLnBrk="0" hangingPunct="1">
        <a:lnSpc>
          <a:spcPct val="90000"/>
        </a:lnSpc>
        <a:spcBef>
          <a:spcPct val="0"/>
        </a:spcBef>
        <a:buNone/>
        <a:defRPr sz="3741" b="0" kern="120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49418" rtl="0" eaLnBrk="1" latinLnBrk="0" hangingPunct="1">
        <a:lnSpc>
          <a:spcPct val="90000"/>
        </a:lnSpc>
        <a:spcBef>
          <a:spcPts val="712"/>
        </a:spcBef>
        <a:buClr>
          <a:schemeClr val="tx2"/>
        </a:buClr>
        <a:buFont typeface="Wingdings 2" panose="05020102010507070707" pitchFamily="18" charset="2"/>
        <a:buNone/>
        <a:defRPr lang="en-US" sz="1637" kern="120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0" indent="0" algn="l" defTabSz="649418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None/>
        <a:defRPr sz="1052" kern="1200">
          <a:solidFill>
            <a:schemeClr val="bg1"/>
          </a:solidFill>
          <a:latin typeface="+mn-lt"/>
          <a:ea typeface="+mn-ea"/>
          <a:cs typeface="+mn-cs"/>
        </a:defRPr>
      </a:lvl2pPr>
      <a:lvl3pPr marL="0" indent="0" algn="l" defTabSz="649418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None/>
        <a:defRPr sz="1052" kern="1200">
          <a:solidFill>
            <a:schemeClr val="bg1"/>
          </a:solidFill>
          <a:latin typeface="+mn-lt"/>
          <a:ea typeface="+mn-ea"/>
          <a:cs typeface="+mn-cs"/>
        </a:defRPr>
      </a:lvl3pPr>
      <a:lvl4pPr marL="974133" indent="0" algn="l" defTabSz="649418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None/>
        <a:defRPr sz="1286" kern="1200">
          <a:solidFill>
            <a:schemeClr val="tx1"/>
          </a:solidFill>
          <a:latin typeface="+mn-lt"/>
          <a:ea typeface="+mn-ea"/>
          <a:cs typeface="+mn-cs"/>
        </a:defRPr>
      </a:lvl4pPr>
      <a:lvl5pPr marL="1298834" indent="0" algn="l" defTabSz="649418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None/>
        <a:defRPr sz="1286" kern="1200">
          <a:solidFill>
            <a:schemeClr val="tx1"/>
          </a:solidFill>
          <a:latin typeface="+mn-lt"/>
          <a:ea typeface="+mn-ea"/>
          <a:cs typeface="+mn-cs"/>
        </a:defRPr>
      </a:lvl5pPr>
      <a:lvl6pPr marL="1785903" indent="-162353" algn="l" defTabSz="649418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86" kern="1200">
          <a:solidFill>
            <a:schemeClr val="tx1"/>
          </a:solidFill>
          <a:latin typeface="+mn-lt"/>
          <a:ea typeface="+mn-ea"/>
          <a:cs typeface="+mn-cs"/>
        </a:defRPr>
      </a:lvl6pPr>
      <a:lvl7pPr marL="2110614" indent="-162353" algn="l" defTabSz="649418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86" kern="1200">
          <a:solidFill>
            <a:schemeClr val="tx1"/>
          </a:solidFill>
          <a:latin typeface="+mn-lt"/>
          <a:ea typeface="+mn-ea"/>
          <a:cs typeface="+mn-cs"/>
        </a:defRPr>
      </a:lvl7pPr>
      <a:lvl8pPr marL="2435324" indent="-162353" algn="l" defTabSz="649418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86" kern="1200">
          <a:solidFill>
            <a:schemeClr val="tx1"/>
          </a:solidFill>
          <a:latin typeface="+mn-lt"/>
          <a:ea typeface="+mn-ea"/>
          <a:cs typeface="+mn-cs"/>
        </a:defRPr>
      </a:lvl8pPr>
      <a:lvl9pPr marL="2760037" indent="-162353" algn="l" defTabSz="649418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8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941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1pPr>
      <a:lvl2pPr marL="324711" algn="l" defTabSz="64941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2pPr>
      <a:lvl3pPr marL="649418" algn="l" defTabSz="64941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3pPr>
      <a:lvl4pPr marL="974133" algn="l" defTabSz="64941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4pPr>
      <a:lvl5pPr marL="1298834" algn="l" defTabSz="64941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5pPr>
      <a:lvl6pPr marL="1623552" algn="l" defTabSz="64941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6pPr>
      <a:lvl7pPr marL="1948258" algn="l" defTabSz="64941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7pPr>
      <a:lvl8pPr marL="2272968" algn="l" defTabSz="64941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8pPr>
      <a:lvl9pPr marL="2597677" algn="l" defTabSz="64941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13">
          <p15:clr>
            <a:srgbClr val="F26B43"/>
          </p15:clr>
        </p15:guide>
        <p15:guide id="2" pos="612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59930175"/>
              </p:ext>
            </p:extLst>
          </p:nvPr>
        </p:nvGraphicFramePr>
        <p:xfrm>
          <a:off x="1860" y="1858"/>
          <a:ext cx="1855" cy="1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4" imgW="216" imgH="216" progId="TCLayout.ActiveDocument.1">
                  <p:embed/>
                </p:oleObj>
              </mc:Choice>
              <mc:Fallback>
                <p:oleObj name="Diapositiva think-cell" r:id="rId4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60" y="1858"/>
                        <a:ext cx="1855" cy="18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tangolo 3" hidden="1">
            <a:extLst>
              <a:ext uri="{FF2B5EF4-FFF2-40B4-BE49-F238E27FC236}">
                <a16:creationId xmlns:a16="http://schemas.microsoft.com/office/drawing/2014/main" id="{B8E84D0A-0DF2-4492-953F-C944F7C598A7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9525" cap="flat" cmpd="sng" algn="ctr">
            <a:solidFill>
              <a:schemeClr val="bg1"/>
            </a:solidFill>
            <a:prstDash val="solid"/>
          </a:ln>
          <a:effectLst/>
        </p:spPr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741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Rettangolo 3"/>
          <p:cNvSpPr/>
          <p:nvPr userDrawn="1"/>
        </p:nvSpPr>
        <p:spPr>
          <a:xfrm>
            <a:off x="0" y="0"/>
            <a:ext cx="10688638" cy="609435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alpha val="66000"/>
                </a:schemeClr>
              </a:gs>
              <a:gs pos="39500">
                <a:srgbClr val="252829">
                  <a:alpha val="79000"/>
                </a:srgbClr>
              </a:gs>
              <a:gs pos="18000">
                <a:schemeClr val="accent1">
                  <a:lumMod val="50000"/>
                  <a:alpha val="39000"/>
                </a:schemeClr>
              </a:gs>
              <a:gs pos="78000">
                <a:srgbClr val="181A1B">
                  <a:alpha val="37000"/>
                </a:srgbClr>
              </a:gs>
              <a:gs pos="55000">
                <a:schemeClr val="accent1">
                  <a:lumMod val="26000"/>
                  <a:alpha val="43000"/>
                </a:schemeClr>
              </a:gs>
              <a:gs pos="98000">
                <a:schemeClr val="accent1">
                  <a:lumMod val="24000"/>
                  <a:alpha val="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06728" tIns="53363" rIns="106728" bIns="53363" rtlCol="0" anchor="ctr"/>
          <a:lstStyle/>
          <a:p>
            <a:pPr algn="ctr" defTabSz="533620">
              <a:defRPr/>
            </a:pPr>
            <a:endParaRPr lang="it-IT" sz="2104" kern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9168" y="328617"/>
            <a:ext cx="8581808" cy="521493"/>
          </a:xfrm>
          <a:prstGeom prst="rect">
            <a:avLst/>
          </a:prstGeom>
        </p:spPr>
        <p:txBody>
          <a:bodyPr vert="horz" lIns="0" tIns="45651" rIns="91304" bIns="45651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7" name="Immagine 5" descr="LOGO COESIA NEG.png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3497" y="5483720"/>
            <a:ext cx="1104633" cy="22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785520"/>
      </p:ext>
    </p:extLst>
  </p:cSld>
  <p:clrMap bg1="lt1" tx1="dk1" bg2="lt2" tx2="dk2" accent1="accent1" accent2="accent2" accent3="accent3" accent4="accent4" accent5="accent5" accent6="accent6" hlink="hlink" folHlink="folHlink"/>
  <p:hf sldNum="0" hdr="0"/>
  <p:txStyles>
    <p:titleStyle>
      <a:lvl1pPr algn="l" defTabSz="649878" rtl="0" eaLnBrk="1" latinLnBrk="0" hangingPunct="1">
        <a:lnSpc>
          <a:spcPct val="90000"/>
        </a:lnSpc>
        <a:spcBef>
          <a:spcPct val="0"/>
        </a:spcBef>
        <a:buNone/>
        <a:defRPr sz="3741" b="0" kern="120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49878" rtl="0" eaLnBrk="1" latinLnBrk="0" hangingPunct="1">
        <a:lnSpc>
          <a:spcPct val="90000"/>
        </a:lnSpc>
        <a:spcBef>
          <a:spcPts val="712"/>
        </a:spcBef>
        <a:spcAft>
          <a:spcPts val="2104"/>
        </a:spcAft>
        <a:buClr>
          <a:schemeClr val="tx2"/>
        </a:buClr>
        <a:buFont typeface="Wingdings 2" panose="05020102010507070707" pitchFamily="18" charset="2"/>
        <a:buNone/>
        <a:defRPr lang="en-US" sz="1637" kern="120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200102" indent="-200102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637" kern="1200">
          <a:solidFill>
            <a:schemeClr val="bg1"/>
          </a:solidFill>
          <a:latin typeface="+mn-lt"/>
          <a:ea typeface="+mn-ea"/>
          <a:cs typeface="+mn-cs"/>
        </a:defRPr>
      </a:lvl2pPr>
      <a:lvl3pPr marL="200102" indent="-200102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052" kern="1200">
          <a:solidFill>
            <a:schemeClr val="bg1"/>
          </a:solidFill>
          <a:latin typeface="+mn-lt"/>
          <a:ea typeface="+mn-ea"/>
          <a:cs typeface="+mn-cs"/>
        </a:defRPr>
      </a:lvl3pPr>
      <a:lvl4pPr marL="974824" indent="0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None/>
        <a:defRPr sz="1286" kern="1200">
          <a:solidFill>
            <a:schemeClr val="tx1"/>
          </a:solidFill>
          <a:latin typeface="+mn-lt"/>
          <a:ea typeface="+mn-ea"/>
          <a:cs typeface="+mn-cs"/>
        </a:defRPr>
      </a:lvl4pPr>
      <a:lvl5pPr marL="1299752" indent="0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None/>
        <a:defRPr sz="1286" kern="1200">
          <a:solidFill>
            <a:schemeClr val="tx1"/>
          </a:solidFill>
          <a:latin typeface="+mn-lt"/>
          <a:ea typeface="+mn-ea"/>
          <a:cs typeface="+mn-cs"/>
        </a:defRPr>
      </a:lvl5pPr>
      <a:lvl6pPr marL="1787162" indent="-162468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86" kern="1200">
          <a:solidFill>
            <a:schemeClr val="tx1"/>
          </a:solidFill>
          <a:latin typeface="+mn-lt"/>
          <a:ea typeface="+mn-ea"/>
          <a:cs typeface="+mn-cs"/>
        </a:defRPr>
      </a:lvl6pPr>
      <a:lvl7pPr marL="2112108" indent="-162468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86" kern="1200">
          <a:solidFill>
            <a:schemeClr val="tx1"/>
          </a:solidFill>
          <a:latin typeface="+mn-lt"/>
          <a:ea typeface="+mn-ea"/>
          <a:cs typeface="+mn-cs"/>
        </a:defRPr>
      </a:lvl7pPr>
      <a:lvl8pPr marL="2437048" indent="-162468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86" kern="1200">
          <a:solidFill>
            <a:schemeClr val="tx1"/>
          </a:solidFill>
          <a:latin typeface="+mn-lt"/>
          <a:ea typeface="+mn-ea"/>
          <a:cs typeface="+mn-cs"/>
        </a:defRPr>
      </a:lvl8pPr>
      <a:lvl9pPr marL="2761991" indent="-162468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8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1pPr>
      <a:lvl2pPr marL="324939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2pPr>
      <a:lvl3pPr marL="649878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3pPr>
      <a:lvl4pPr marL="974824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4pPr>
      <a:lvl5pPr marL="1299752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5pPr>
      <a:lvl6pPr marL="1624700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6pPr>
      <a:lvl7pPr marL="1949635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7pPr>
      <a:lvl8pPr marL="2274577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8pPr>
      <a:lvl9pPr marL="2599516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13">
          <p15:clr>
            <a:srgbClr val="F26B43"/>
          </p15:clr>
        </p15:guide>
        <p15:guide id="2" pos="612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ggetto 3" hidden="1">
            <a:extLst>
              <a:ext uri="{FF2B5EF4-FFF2-40B4-BE49-F238E27FC236}">
                <a16:creationId xmlns:a16="http://schemas.microsoft.com/office/drawing/2014/main" id="{08B70646-CBD9-44F3-A0E6-415A68C2524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2244414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tangolo 2" hidden="1">
            <a:extLst>
              <a:ext uri="{FF2B5EF4-FFF2-40B4-BE49-F238E27FC236}">
                <a16:creationId xmlns:a16="http://schemas.microsoft.com/office/drawing/2014/main" id="{EF1716FB-0984-41E0-ABE5-1412DA28DF33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9525" cap="flat" cmpd="sng" algn="ctr">
            <a:solidFill>
              <a:schemeClr val="bg1"/>
            </a:solidFill>
            <a:prstDash val="solid"/>
          </a:ln>
          <a:effectLst/>
        </p:spPr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741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9167" y="328617"/>
            <a:ext cx="8581806" cy="521493"/>
          </a:xfrm>
          <a:prstGeom prst="rect">
            <a:avLst/>
          </a:prstGeom>
        </p:spPr>
        <p:txBody>
          <a:bodyPr vert="horz" lIns="0" tIns="45651" rIns="91304" bIns="45651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11"/>
          <p:cNvPicPr>
            <a:picLocks noChangeAspect="1"/>
          </p:cNvPicPr>
          <p:nvPr userDrawn="1"/>
        </p:nvPicPr>
        <p:blipFill rotWithShape="1">
          <a:blip r:embed="rId7" cstate="screen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13211" y="-380995"/>
            <a:ext cx="1981200" cy="277216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7" cstate="screen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70024" y="3501044"/>
            <a:ext cx="1712278" cy="2529705"/>
          </a:xfrm>
          <a:prstGeom prst="rect">
            <a:avLst/>
          </a:prstGeom>
        </p:spPr>
      </p:pic>
      <p:sp>
        <p:nvSpPr>
          <p:cNvPr id="6" name="Segnaposto numero diapositiva 15"/>
          <p:cNvSpPr txBox="1">
            <a:spLocks/>
          </p:cNvSpPr>
          <p:nvPr userDrawn="1"/>
        </p:nvSpPr>
        <p:spPr>
          <a:xfrm>
            <a:off x="4097338" y="5703903"/>
            <a:ext cx="2493962" cy="320675"/>
          </a:xfrm>
          <a:prstGeom prst="rect">
            <a:avLst/>
          </a:prstGeom>
        </p:spPr>
        <p:txBody>
          <a:bodyPr lIns="91271" tIns="45634" rIns="91271" bIns="45634" anchor="ctr"/>
          <a:lstStyle>
            <a:lvl1pPr defTabSz="4556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4556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4556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4556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4556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fld id="{D1483C18-E96F-D447-B307-FB89C4216318}" type="slidenum">
              <a:rPr lang="it-IT" sz="818">
                <a:solidFill>
                  <a:srgbClr val="FFFFFF"/>
                </a:solidFill>
                <a:cs typeface="Arial" charset="0"/>
              </a:rPr>
              <a:pPr algn="ctr" eaLnBrk="1" hangingPunct="1"/>
              <a:t>‹#›</a:t>
            </a:fld>
            <a:endParaRPr lang="it-IT" sz="818" dirty="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8" name="Immagine 5" descr="LOGO COESIA NEG.png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3497" y="5483720"/>
            <a:ext cx="1104633" cy="22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94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</p:sldLayoutIdLst>
  <p:hf sldNum="0" hdr="0"/>
  <p:txStyles>
    <p:titleStyle>
      <a:lvl1pPr algn="l" defTabSz="649878" rtl="0" eaLnBrk="1" latinLnBrk="0" hangingPunct="1">
        <a:lnSpc>
          <a:spcPct val="90000"/>
        </a:lnSpc>
        <a:spcBef>
          <a:spcPct val="0"/>
        </a:spcBef>
        <a:buNone/>
        <a:defRPr sz="3741" b="0" kern="120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49878" rtl="0" eaLnBrk="1" latinLnBrk="0" hangingPunct="1">
        <a:lnSpc>
          <a:spcPct val="90000"/>
        </a:lnSpc>
        <a:spcBef>
          <a:spcPts val="712"/>
        </a:spcBef>
        <a:spcAft>
          <a:spcPts val="2104"/>
        </a:spcAft>
        <a:buClr>
          <a:schemeClr val="tx2"/>
        </a:buClr>
        <a:buFont typeface="Wingdings 2" panose="05020102010507070707" pitchFamily="18" charset="2"/>
        <a:buNone/>
        <a:defRPr lang="en-US" sz="1637" kern="120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200102" indent="-200102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637" kern="1200">
          <a:solidFill>
            <a:schemeClr val="bg1"/>
          </a:solidFill>
          <a:latin typeface="+mn-lt"/>
          <a:ea typeface="+mn-ea"/>
          <a:cs typeface="+mn-cs"/>
        </a:defRPr>
      </a:lvl2pPr>
      <a:lvl3pPr marL="200102" indent="-200102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052" kern="1200">
          <a:solidFill>
            <a:schemeClr val="bg1"/>
          </a:solidFill>
          <a:latin typeface="+mn-lt"/>
          <a:ea typeface="+mn-ea"/>
          <a:cs typeface="+mn-cs"/>
        </a:defRPr>
      </a:lvl3pPr>
      <a:lvl4pPr marL="974824" indent="0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None/>
        <a:defRPr sz="1286" kern="1200">
          <a:solidFill>
            <a:schemeClr val="tx1"/>
          </a:solidFill>
          <a:latin typeface="+mn-lt"/>
          <a:ea typeface="+mn-ea"/>
          <a:cs typeface="+mn-cs"/>
        </a:defRPr>
      </a:lvl4pPr>
      <a:lvl5pPr marL="1299752" indent="0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None/>
        <a:defRPr sz="1286" kern="1200">
          <a:solidFill>
            <a:schemeClr val="tx1"/>
          </a:solidFill>
          <a:latin typeface="+mn-lt"/>
          <a:ea typeface="+mn-ea"/>
          <a:cs typeface="+mn-cs"/>
        </a:defRPr>
      </a:lvl5pPr>
      <a:lvl6pPr marL="1787162" indent="-162468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86" kern="1200">
          <a:solidFill>
            <a:schemeClr val="tx1"/>
          </a:solidFill>
          <a:latin typeface="+mn-lt"/>
          <a:ea typeface="+mn-ea"/>
          <a:cs typeface="+mn-cs"/>
        </a:defRPr>
      </a:lvl6pPr>
      <a:lvl7pPr marL="2112108" indent="-162468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86" kern="1200">
          <a:solidFill>
            <a:schemeClr val="tx1"/>
          </a:solidFill>
          <a:latin typeface="+mn-lt"/>
          <a:ea typeface="+mn-ea"/>
          <a:cs typeface="+mn-cs"/>
        </a:defRPr>
      </a:lvl7pPr>
      <a:lvl8pPr marL="2437048" indent="-162468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86" kern="1200">
          <a:solidFill>
            <a:schemeClr val="tx1"/>
          </a:solidFill>
          <a:latin typeface="+mn-lt"/>
          <a:ea typeface="+mn-ea"/>
          <a:cs typeface="+mn-cs"/>
        </a:defRPr>
      </a:lvl8pPr>
      <a:lvl9pPr marL="2761991" indent="-162468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8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1pPr>
      <a:lvl2pPr marL="324939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2pPr>
      <a:lvl3pPr marL="649878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3pPr>
      <a:lvl4pPr marL="974824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4pPr>
      <a:lvl5pPr marL="1299752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5pPr>
      <a:lvl6pPr marL="1624700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6pPr>
      <a:lvl7pPr marL="1949635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7pPr>
      <a:lvl8pPr marL="2274577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8pPr>
      <a:lvl9pPr marL="2599516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13">
          <p15:clr>
            <a:srgbClr val="F26B43"/>
          </p15:clr>
        </p15:guide>
        <p15:guide id="2" pos="612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7953343"/>
              </p:ext>
            </p:extLst>
          </p:nvPr>
        </p:nvGraphicFramePr>
        <p:xfrm>
          <a:off x="1860" y="1858"/>
          <a:ext cx="1855" cy="1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4" imgW="216" imgH="216" progId="TCLayout.ActiveDocument.1">
                  <p:embed/>
                </p:oleObj>
              </mc:Choice>
              <mc:Fallback>
                <p:oleObj name="Diapositiva think-cell" r:id="rId4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60" y="1858"/>
                        <a:ext cx="1855" cy="18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tangolo 4" hidden="1">
            <a:extLst>
              <a:ext uri="{FF2B5EF4-FFF2-40B4-BE49-F238E27FC236}">
                <a16:creationId xmlns:a16="http://schemas.microsoft.com/office/drawing/2014/main" id="{70F06448-8C35-431F-878F-42CCA4A1FB3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9525" cap="flat" cmpd="sng" algn="ctr">
            <a:solidFill>
              <a:schemeClr val="bg1"/>
            </a:solidFill>
            <a:prstDash val="solid"/>
          </a:ln>
          <a:effectLst/>
        </p:spPr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741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9167" y="328617"/>
            <a:ext cx="8581806" cy="521493"/>
          </a:xfrm>
          <a:prstGeom prst="rect">
            <a:avLst/>
          </a:prstGeom>
        </p:spPr>
        <p:txBody>
          <a:bodyPr vert="horz" lIns="0" tIns="45651" rIns="91304" bIns="45651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5688" y="1324048"/>
            <a:ext cx="5909925" cy="3724588"/>
          </a:xfrm>
          <a:prstGeom prst="rect">
            <a:avLst/>
          </a:prstGeom>
        </p:spPr>
        <p:txBody>
          <a:bodyPr vert="horz" lIns="91304" tIns="45651" rIns="91304" bIns="4565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68605" y="5491190"/>
            <a:ext cx="1104633" cy="22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989099"/>
      </p:ext>
    </p:extLst>
  </p:cSld>
  <p:clrMap bg1="lt1" tx1="dk1" bg2="lt2" tx2="dk2" accent1="accent1" accent2="accent2" accent3="accent3" accent4="accent4" accent5="accent5" accent6="accent6" hlink="hlink" folHlink="folHlink"/>
  <p:hf sldNum="0" hdr="0"/>
  <p:txStyles>
    <p:titleStyle>
      <a:lvl1pPr algn="l" defTabSz="649878" rtl="0" eaLnBrk="1" latinLnBrk="0" hangingPunct="1">
        <a:lnSpc>
          <a:spcPct val="90000"/>
        </a:lnSpc>
        <a:spcBef>
          <a:spcPct val="0"/>
        </a:spcBef>
        <a:buNone/>
        <a:defRPr sz="3741" b="0" kern="120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49878" rtl="0" eaLnBrk="1" latinLnBrk="0" hangingPunct="1">
        <a:lnSpc>
          <a:spcPct val="90000"/>
        </a:lnSpc>
        <a:spcBef>
          <a:spcPts val="712"/>
        </a:spcBef>
        <a:buClr>
          <a:schemeClr val="tx2"/>
        </a:buClr>
        <a:buFont typeface="Wingdings 2" panose="05020102010507070707" pitchFamily="18" charset="2"/>
        <a:buNone/>
        <a:defRPr lang="en-US" sz="2104" kern="1200" dirty="0" smtClean="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1pPr>
      <a:lvl2pPr marL="138963" indent="-138963" algn="l" defTabSz="649878" rtl="0" eaLnBrk="1" latinLnBrk="0" hangingPunct="1">
        <a:lnSpc>
          <a:spcPct val="90000"/>
        </a:lnSpc>
        <a:spcBef>
          <a:spcPts val="355"/>
        </a:spcBef>
        <a:buClr>
          <a:schemeClr val="tx2"/>
        </a:buClr>
        <a:buSzPct val="130000"/>
        <a:buFont typeface="Arial" panose="020B0604020202020204" pitchFamily="34" charset="0"/>
        <a:buChar char="•"/>
        <a:defRPr sz="1637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2pPr>
      <a:lvl3pPr marL="418743" indent="-146383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‒"/>
        <a:defRPr sz="1637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974824" indent="0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None/>
        <a:defRPr sz="1286" kern="1200">
          <a:solidFill>
            <a:schemeClr val="tx1"/>
          </a:solidFill>
          <a:latin typeface="+mn-lt"/>
          <a:ea typeface="+mn-ea"/>
          <a:cs typeface="+mn-cs"/>
        </a:defRPr>
      </a:lvl4pPr>
      <a:lvl5pPr marL="1299752" indent="0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None/>
        <a:defRPr sz="1286" kern="1200">
          <a:solidFill>
            <a:schemeClr val="tx1"/>
          </a:solidFill>
          <a:latin typeface="+mn-lt"/>
          <a:ea typeface="+mn-ea"/>
          <a:cs typeface="+mn-cs"/>
        </a:defRPr>
      </a:lvl5pPr>
      <a:lvl6pPr marL="1787162" indent="-162468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86" kern="1200">
          <a:solidFill>
            <a:schemeClr val="tx1"/>
          </a:solidFill>
          <a:latin typeface="+mn-lt"/>
          <a:ea typeface="+mn-ea"/>
          <a:cs typeface="+mn-cs"/>
        </a:defRPr>
      </a:lvl6pPr>
      <a:lvl7pPr marL="2112108" indent="-162468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86" kern="1200">
          <a:solidFill>
            <a:schemeClr val="tx1"/>
          </a:solidFill>
          <a:latin typeface="+mn-lt"/>
          <a:ea typeface="+mn-ea"/>
          <a:cs typeface="+mn-cs"/>
        </a:defRPr>
      </a:lvl7pPr>
      <a:lvl8pPr marL="2437048" indent="-162468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86" kern="1200">
          <a:solidFill>
            <a:schemeClr val="tx1"/>
          </a:solidFill>
          <a:latin typeface="+mn-lt"/>
          <a:ea typeface="+mn-ea"/>
          <a:cs typeface="+mn-cs"/>
        </a:defRPr>
      </a:lvl8pPr>
      <a:lvl9pPr marL="2761991" indent="-162468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8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1pPr>
      <a:lvl2pPr marL="324939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2pPr>
      <a:lvl3pPr marL="649878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3pPr>
      <a:lvl4pPr marL="974824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4pPr>
      <a:lvl5pPr marL="1299752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5pPr>
      <a:lvl6pPr marL="1624700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6pPr>
      <a:lvl7pPr marL="1949635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7pPr>
      <a:lvl8pPr marL="2274577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8pPr>
      <a:lvl9pPr marL="2599516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13">
          <p15:clr>
            <a:srgbClr val="F26B43"/>
          </p15:clr>
        </p15:guide>
        <p15:guide id="2" pos="612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ggetto 4" hidden="1">
            <a:extLst>
              <a:ext uri="{FF2B5EF4-FFF2-40B4-BE49-F238E27FC236}">
                <a16:creationId xmlns:a16="http://schemas.microsoft.com/office/drawing/2014/main" id="{9322E714-FBEE-4145-8597-9978C4C42D4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944961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tangolo 3" hidden="1">
            <a:extLst>
              <a:ext uri="{FF2B5EF4-FFF2-40B4-BE49-F238E27FC236}">
                <a16:creationId xmlns:a16="http://schemas.microsoft.com/office/drawing/2014/main" id="{62FA0B85-488D-4AE4-862F-D64B51F1802A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9525" cap="flat" cmpd="sng" algn="ctr">
            <a:solidFill>
              <a:schemeClr val="bg1"/>
            </a:solidFill>
            <a:prstDash val="solid"/>
          </a:ln>
          <a:effectLst/>
        </p:spPr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741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9186" y="328617"/>
            <a:ext cx="8168989" cy="521493"/>
          </a:xfrm>
          <a:prstGeom prst="rect">
            <a:avLst/>
          </a:prstGeom>
        </p:spPr>
        <p:txBody>
          <a:bodyPr vert="horz" lIns="0" tIns="45651" rIns="91304" bIns="45651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5670" y="1324046"/>
            <a:ext cx="6652868" cy="4095698"/>
          </a:xfrm>
          <a:prstGeom prst="rect">
            <a:avLst/>
          </a:prstGeom>
        </p:spPr>
        <p:txBody>
          <a:bodyPr vert="horz" lIns="91304" tIns="45651" rIns="91304" bIns="4565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69028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</p:sldLayoutIdLst>
  <p:hf sldNum="0" hdr="0"/>
  <p:txStyles>
    <p:titleStyle>
      <a:lvl1pPr algn="l" defTabSz="649878" rtl="0" eaLnBrk="1" latinLnBrk="0" hangingPunct="1">
        <a:lnSpc>
          <a:spcPct val="90000"/>
        </a:lnSpc>
        <a:spcBef>
          <a:spcPct val="0"/>
        </a:spcBef>
        <a:buNone/>
        <a:defRPr sz="3741" b="0" kern="120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09372" indent="-209372" algn="l" defTabSz="649878" rtl="0" eaLnBrk="1" latinLnBrk="0" hangingPunct="1">
        <a:lnSpc>
          <a:spcPct val="90000"/>
        </a:lnSpc>
        <a:spcBef>
          <a:spcPts val="712"/>
        </a:spcBef>
        <a:buClr>
          <a:schemeClr val="tx2"/>
        </a:buClr>
        <a:buFont typeface="Wingdings 2" panose="05020102010507070707" pitchFamily="18" charset="2"/>
        <a:buChar char=""/>
        <a:defRPr lang="en-US" sz="2104" kern="1200" dirty="0" smtClean="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1pPr>
      <a:lvl2pPr marL="418743" indent="-138963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‒"/>
        <a:defRPr sz="1286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2pPr>
      <a:lvl3pPr marL="628118" indent="-146383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86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974824" indent="0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None/>
        <a:defRPr sz="1286" kern="1200">
          <a:solidFill>
            <a:schemeClr val="tx1"/>
          </a:solidFill>
          <a:latin typeface="+mn-lt"/>
          <a:ea typeface="+mn-ea"/>
          <a:cs typeface="+mn-cs"/>
        </a:defRPr>
      </a:lvl4pPr>
      <a:lvl5pPr marL="1299752" indent="0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None/>
        <a:defRPr sz="1286" kern="1200">
          <a:solidFill>
            <a:schemeClr val="tx1"/>
          </a:solidFill>
          <a:latin typeface="+mn-lt"/>
          <a:ea typeface="+mn-ea"/>
          <a:cs typeface="+mn-cs"/>
        </a:defRPr>
      </a:lvl5pPr>
      <a:lvl6pPr marL="1787162" indent="-162468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86" kern="1200">
          <a:solidFill>
            <a:schemeClr val="tx1"/>
          </a:solidFill>
          <a:latin typeface="+mn-lt"/>
          <a:ea typeface="+mn-ea"/>
          <a:cs typeface="+mn-cs"/>
        </a:defRPr>
      </a:lvl6pPr>
      <a:lvl7pPr marL="2112108" indent="-162468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86" kern="1200">
          <a:solidFill>
            <a:schemeClr val="tx1"/>
          </a:solidFill>
          <a:latin typeface="+mn-lt"/>
          <a:ea typeface="+mn-ea"/>
          <a:cs typeface="+mn-cs"/>
        </a:defRPr>
      </a:lvl7pPr>
      <a:lvl8pPr marL="2437048" indent="-162468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86" kern="1200">
          <a:solidFill>
            <a:schemeClr val="tx1"/>
          </a:solidFill>
          <a:latin typeface="+mn-lt"/>
          <a:ea typeface="+mn-ea"/>
          <a:cs typeface="+mn-cs"/>
        </a:defRPr>
      </a:lvl8pPr>
      <a:lvl9pPr marL="2761991" indent="-162468" algn="l" defTabSz="649878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8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1pPr>
      <a:lvl2pPr marL="324939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2pPr>
      <a:lvl3pPr marL="649878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3pPr>
      <a:lvl4pPr marL="974824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4pPr>
      <a:lvl5pPr marL="1299752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5pPr>
      <a:lvl6pPr marL="1624700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6pPr>
      <a:lvl7pPr marL="1949635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7pPr>
      <a:lvl8pPr marL="2274577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8pPr>
      <a:lvl9pPr marL="2599516" algn="l" defTabSz="649878" rtl="0" eaLnBrk="1" latinLnBrk="0" hangingPunct="1">
        <a:defRPr sz="128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13">
          <p15:clr>
            <a:srgbClr val="F26B43"/>
          </p15:clr>
        </p15:guide>
        <p15:guide id="2" pos="6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1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3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2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ggetto 5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49589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tangolo 4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it-IT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52821" y="3211586"/>
            <a:ext cx="7688218" cy="737840"/>
          </a:xfrm>
        </p:spPr>
        <p:txBody>
          <a:bodyPr/>
          <a:lstStyle/>
          <a:p>
            <a:r>
              <a:rPr lang="it-IT" sz="2800" dirty="0"/>
              <a:t>ANALISI FORMULE EXCEL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7070276" y="3654596"/>
            <a:ext cx="1487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solidFill>
                  <a:schemeClr val="bg1"/>
                </a:solidFill>
              </a:rPr>
              <a:t>26 Novembre 2025</a:t>
            </a:r>
          </a:p>
        </p:txBody>
      </p:sp>
    </p:spTree>
    <p:extLst>
      <p:ext uri="{BB962C8B-B14F-4D97-AF65-F5344CB8AC3E}">
        <p14:creationId xmlns:p14="http://schemas.microsoft.com/office/powerpoint/2010/main" val="3007191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209B8A-9E35-56F8-DC12-A44FD664B3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Legenda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6EFF46-CB2C-7AA5-9691-0A8ED2EB8739}"/>
              </a:ext>
            </a:extLst>
          </p:cNvPr>
          <p:cNvSpPr/>
          <p:nvPr/>
        </p:nvSpPr>
        <p:spPr>
          <a:xfrm>
            <a:off x="1670298" y="1685924"/>
            <a:ext cx="7348041" cy="55072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COLONNA DEL FILE FINALE = colonna rossa del </a:t>
            </a:r>
            <a:r>
              <a:rPr lang="it-IT" dirty="0" err="1"/>
              <a:t>DatasSource</a:t>
            </a:r>
            <a:r>
              <a:rPr lang="it-IT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A3345A-D1E2-93E6-EFC2-60B66E390648}"/>
              </a:ext>
            </a:extLst>
          </p:cNvPr>
          <p:cNvSpPr/>
          <p:nvPr/>
        </p:nvSpPr>
        <p:spPr>
          <a:xfrm>
            <a:off x="1670298" y="2693219"/>
            <a:ext cx="7348041" cy="55072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COLONNA DEL FILE DI INPUT INIZIALE</a:t>
            </a:r>
          </a:p>
        </p:txBody>
      </p:sp>
    </p:spTree>
    <p:extLst>
      <p:ext uri="{BB962C8B-B14F-4D97-AF65-F5344CB8AC3E}">
        <p14:creationId xmlns:p14="http://schemas.microsoft.com/office/powerpoint/2010/main" val="3546090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ggetto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4" imgW="270" imgH="270" progId="TCLayout.ActiveDocument.1">
                  <p:embed/>
                </p:oleObj>
              </mc:Choice>
              <mc:Fallback>
                <p:oleObj name="Diapositiva think-cell" r:id="rId4" imgW="270" imgH="270" progId="TCLayout.ActiveDocument.1">
                  <p:embed/>
                  <p:pic>
                    <p:nvPicPr>
                      <p:cNvPr id="2" name="Ogget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3"/>
          <p:cNvSpPr>
            <a:spLocks/>
          </p:cNvSpPr>
          <p:nvPr/>
        </p:nvSpPr>
        <p:spPr bwMode="auto">
          <a:xfrm>
            <a:off x="574838" y="423923"/>
            <a:ext cx="5991874" cy="387912"/>
          </a:xfrm>
          <a:prstGeom prst="rect">
            <a:avLst/>
          </a:prstGeom>
        </p:spPr>
        <p:txBody>
          <a:bodyPr vert="horz"/>
          <a:lstStyle/>
          <a:p>
            <a:pPr>
              <a:spcBef>
                <a:spcPct val="20000"/>
              </a:spcBef>
              <a:buFont typeface="Arial"/>
              <a:buNone/>
            </a:pP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836C14B-850E-4A76-89F7-6B13684DCB5C}"/>
              </a:ext>
            </a:extLst>
          </p:cNvPr>
          <p:cNvSpPr>
            <a:spLocks/>
          </p:cNvSpPr>
          <p:nvPr/>
        </p:nvSpPr>
        <p:spPr bwMode="auto">
          <a:xfrm>
            <a:off x="727238" y="448283"/>
            <a:ext cx="5991874" cy="387912"/>
          </a:xfrm>
          <a:prstGeom prst="rect">
            <a:avLst/>
          </a:prstGeom>
        </p:spPr>
        <p:txBody>
          <a:bodyPr vert="horz"/>
          <a:lstStyle/>
          <a:p>
            <a:pPr>
              <a:spcBef>
                <a:spcPct val="20000"/>
              </a:spcBef>
              <a:buFont typeface="Arial"/>
              <a:buNone/>
            </a:pP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6006238C-2B14-4DF0-97A5-794F4FB439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2644" y="473611"/>
            <a:ext cx="9623349" cy="362584"/>
          </a:xfrm>
        </p:spPr>
        <p:txBody>
          <a:bodyPr/>
          <a:lstStyle/>
          <a:p>
            <a:r>
              <a:rPr lang="it-IT" dirty="0"/>
              <a:t> da considerare?_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77C1D7-A4A2-6259-B351-D956963A8D4A}"/>
              </a:ext>
            </a:extLst>
          </p:cNvPr>
          <p:cNvSpPr txBox="1"/>
          <p:nvPr/>
        </p:nvSpPr>
        <p:spPr>
          <a:xfrm>
            <a:off x="794207" y="1184533"/>
            <a:ext cx="931985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>
                <a:latin typeface="72 Condensed" panose="020B0506030000000003" pitchFamily="34" charset="0"/>
                <a:cs typeface="72 Condensed" panose="020B0506030000000003" pitchFamily="34" charset="0"/>
              </a:rPr>
              <a:t>LOGICA</a:t>
            </a:r>
          </a:p>
          <a:p>
            <a:r>
              <a:rPr lang="it-IT" dirty="0"/>
              <a:t>Il cost center deve essere C005 (GD) e la WBE deve contenere 005 tra il 2° e 5° carattere. Il responsabile deve essere diverso da Biondi</a:t>
            </a:r>
          </a:p>
          <a:p>
            <a:endParaRPr lang="it-IT" sz="2800" b="1" dirty="0"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r>
              <a:rPr lang="it-IT" sz="2800" b="1" dirty="0">
                <a:latin typeface="72 Condensed" panose="020B0506030000000003" pitchFamily="34" charset="0"/>
                <a:cs typeface="72 Condensed" panose="020B0506030000000003" pitchFamily="34" charset="0"/>
              </a:rPr>
              <a:t>FORMULA</a:t>
            </a:r>
          </a:p>
          <a:p>
            <a:endParaRPr lang="it-IT" sz="2000" b="1" dirty="0"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=IF(   AND(  LEFT([@[</a:t>
            </a:r>
            <a:r>
              <a:rPr lang="it-IT" sz="2000" dirty="0">
                <a:solidFill>
                  <a:srgbClr val="00B0F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Sender Cost Center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]];4)="C005";MID([@[</a:t>
            </a:r>
            <a:r>
              <a:rPr lang="it-IT" sz="2000" dirty="0">
                <a:solidFill>
                  <a:srgbClr val="00B0F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WBE Name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]]&amp;"";2;3)="005");</a:t>
            </a:r>
          </a:p>
          <a:p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                      IF(  [@[</a:t>
            </a:r>
            <a:r>
              <a:rPr lang="it-IT" sz="2000" dirty="0">
                <a:solidFill>
                  <a:srgbClr val="00B0F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Resp DT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]]&lt;&gt;«Felice A.";</a:t>
            </a:r>
          </a:p>
          <a:p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                             "sì";</a:t>
            </a:r>
          </a:p>
          <a:p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                              "no"</a:t>
            </a:r>
          </a:p>
          <a:p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                            );</a:t>
            </a:r>
          </a:p>
          <a:p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         "no")</a:t>
            </a:r>
          </a:p>
        </p:txBody>
      </p:sp>
    </p:spTree>
    <p:extLst>
      <p:ext uri="{BB962C8B-B14F-4D97-AF65-F5344CB8AC3E}">
        <p14:creationId xmlns:p14="http://schemas.microsoft.com/office/powerpoint/2010/main" val="3120991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8B1963-2168-3908-96D5-5B34903AA1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Anno_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318B92-77C8-7BF7-A21D-486781481BCE}"/>
              </a:ext>
            </a:extLst>
          </p:cNvPr>
          <p:cNvSpPr txBox="1"/>
          <p:nvPr/>
        </p:nvSpPr>
        <p:spPr>
          <a:xfrm>
            <a:off x="962990" y="1513115"/>
            <a:ext cx="485261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AUTO</a:t>
            </a:r>
          </a:p>
          <a:p>
            <a:endParaRPr lang="it-IT" sz="2400" b="1" dirty="0"/>
          </a:p>
          <a:p>
            <a:r>
              <a:rPr lang="it-IT" dirty="0"/>
              <a:t>Inserimento dell’anno indicato nel programma</a:t>
            </a:r>
          </a:p>
        </p:txBody>
      </p:sp>
    </p:spTree>
    <p:extLst>
      <p:ext uri="{BB962C8B-B14F-4D97-AF65-F5344CB8AC3E}">
        <p14:creationId xmlns:p14="http://schemas.microsoft.com/office/powerpoint/2010/main" val="2735520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FE9A32-E714-39D4-A65F-103B5A52B2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Anno di prima marcatura (=anno di apertura progetto)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9AA0D5-4FC0-2F86-6ED7-90E1205188B8}"/>
              </a:ext>
            </a:extLst>
          </p:cNvPr>
          <p:cNvSpPr txBox="1"/>
          <p:nvPr/>
        </p:nvSpPr>
        <p:spPr>
          <a:xfrm>
            <a:off x="865037" y="1509161"/>
            <a:ext cx="733969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LOGICA</a:t>
            </a:r>
          </a:p>
          <a:p>
            <a:r>
              <a:rPr lang="it-IT" dirty="0"/>
              <a:t>È il primo anno di marcatura associato a quella WBS (colonna [WBS]). In pratica, è la prima riga che compare nel file </a:t>
            </a:r>
            <a:r>
              <a:rPr lang="it-IT" dirty="0" err="1"/>
              <a:t>superdettagli</a:t>
            </a:r>
            <a:r>
              <a:rPr lang="it-IT" dirty="0"/>
              <a:t> con quel valore di WBS.</a:t>
            </a:r>
          </a:p>
          <a:p>
            <a:endParaRPr lang="it-IT" sz="2400" b="1" dirty="0"/>
          </a:p>
          <a:p>
            <a:r>
              <a:rPr lang="it-IT" sz="2400" b="1" dirty="0"/>
              <a:t>FORMULA (attuale)</a:t>
            </a:r>
          </a:p>
          <a:p>
            <a:endParaRPr lang="it-IT" b="1" dirty="0"/>
          </a:p>
          <a:p>
            <a:r>
              <a:rPr lang="it-IT" dirty="0"/>
              <a:t>=VLOOKUP( [@[</a:t>
            </a:r>
            <a:r>
              <a:rPr lang="it-IT" dirty="0">
                <a:solidFill>
                  <a:srgbClr val="FFC000"/>
                </a:solidFill>
              </a:rPr>
              <a:t>WBS_</a:t>
            </a:r>
            <a:r>
              <a:rPr lang="it-IT" dirty="0"/>
              <a:t>]];  </a:t>
            </a:r>
            <a:r>
              <a:rPr lang="it-IT" b="1" dirty="0"/>
              <a:t>'pivot di appoggio</a:t>
            </a:r>
            <a:r>
              <a:rPr lang="it-IT" dirty="0"/>
              <a:t>'!A:B;2;FALSE)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C1B2463-8BC6-C7B9-C5C8-93C55172592C}"/>
              </a:ext>
            </a:extLst>
          </p:cNvPr>
          <p:cNvCxnSpPr>
            <a:cxnSpLocks/>
          </p:cNvCxnSpPr>
          <p:nvPr/>
        </p:nvCxnSpPr>
        <p:spPr>
          <a:xfrm>
            <a:off x="4692922" y="4171348"/>
            <a:ext cx="0" cy="2917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DEBF061-4FE6-ECAC-403B-B4C436AFBF1E}"/>
              </a:ext>
            </a:extLst>
          </p:cNvPr>
          <p:cNvSpPr txBox="1"/>
          <p:nvPr/>
        </p:nvSpPr>
        <p:spPr>
          <a:xfrm>
            <a:off x="3853543" y="4578684"/>
            <a:ext cx="59683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È la pivot costruita sulla tabella </a:t>
            </a:r>
            <a:r>
              <a:rPr lang="it-IT" dirty="0" err="1"/>
              <a:t>superdettagli</a:t>
            </a:r>
            <a:r>
              <a:rPr lang="it-IT" dirty="0"/>
              <a:t> stessa che </a:t>
            </a:r>
          </a:p>
          <a:p>
            <a:r>
              <a:rPr lang="it-IT" dirty="0"/>
              <a:t>per ogni WBS prende il minimo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A27D80-EB44-906E-A578-8500960D5889}"/>
              </a:ext>
            </a:extLst>
          </p:cNvPr>
          <p:cNvSpPr txBox="1"/>
          <p:nvPr/>
        </p:nvSpPr>
        <p:spPr>
          <a:xfrm>
            <a:off x="865037" y="5524549"/>
            <a:ext cx="5350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[@[</a:t>
            </a:r>
            <a:r>
              <a:rPr lang="it-IT" dirty="0">
                <a:solidFill>
                  <a:srgbClr val="FFC000"/>
                </a:solidFill>
              </a:rPr>
              <a:t>WBS_</a:t>
            </a:r>
            <a:r>
              <a:rPr lang="it-IT" dirty="0"/>
              <a:t>]] = LEFT( [@[</a:t>
            </a:r>
            <a:r>
              <a:rPr lang="it-IT" dirty="0">
                <a:solidFill>
                  <a:srgbClr val="00B0F0"/>
                </a:solidFill>
              </a:rPr>
              <a:t>WBS </a:t>
            </a:r>
            <a:r>
              <a:rPr lang="it-IT" dirty="0" err="1">
                <a:solidFill>
                  <a:srgbClr val="00B0F0"/>
                </a:solidFill>
              </a:rPr>
              <a:t>Element</a:t>
            </a:r>
            <a:r>
              <a:rPr lang="it-IT" dirty="0"/>
              <a:t>]] ; 10)</a:t>
            </a:r>
          </a:p>
        </p:txBody>
      </p:sp>
    </p:spTree>
    <p:extLst>
      <p:ext uri="{BB962C8B-B14F-4D97-AF65-F5344CB8AC3E}">
        <p14:creationId xmlns:p14="http://schemas.microsoft.com/office/powerpoint/2010/main" val="3334743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2B310B-A226-51EB-0D0D-764EEC3EE6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WBS_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390E91-5879-1791-95E4-8B1B534F85EB}"/>
              </a:ext>
            </a:extLst>
          </p:cNvPr>
          <p:cNvSpPr txBox="1"/>
          <p:nvPr/>
        </p:nvSpPr>
        <p:spPr>
          <a:xfrm>
            <a:off x="511537" y="1515595"/>
            <a:ext cx="96655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LOGICA</a:t>
            </a:r>
          </a:p>
          <a:p>
            <a:r>
              <a:rPr lang="it-IT" dirty="0"/>
              <a:t>Prime 10 cifre del campo WBS </a:t>
            </a:r>
            <a:r>
              <a:rPr lang="it-IT" dirty="0" err="1"/>
              <a:t>Element</a:t>
            </a:r>
            <a:endParaRPr lang="it-IT" dirty="0"/>
          </a:p>
          <a:p>
            <a:endParaRPr lang="it-IT" sz="2400" b="1" dirty="0"/>
          </a:p>
          <a:p>
            <a:r>
              <a:rPr lang="it-IT" sz="2400" b="1" dirty="0"/>
              <a:t>FORMULA</a:t>
            </a:r>
            <a:endParaRPr lang="it-IT" sz="1600" b="1" dirty="0"/>
          </a:p>
          <a:p>
            <a:endParaRPr lang="it-IT" dirty="0"/>
          </a:p>
          <a:p>
            <a:r>
              <a:rPr lang="it-IT" dirty="0"/>
              <a:t>=LEFT([@[</a:t>
            </a:r>
            <a:r>
              <a:rPr lang="it-IT" dirty="0">
                <a:solidFill>
                  <a:srgbClr val="00B0F0"/>
                </a:solidFill>
              </a:rPr>
              <a:t>WBS </a:t>
            </a:r>
            <a:r>
              <a:rPr lang="it-IT" dirty="0" err="1">
                <a:solidFill>
                  <a:srgbClr val="00B0F0"/>
                </a:solidFill>
              </a:rPr>
              <a:t>Element</a:t>
            </a:r>
            <a:r>
              <a:rPr lang="it-IT" dirty="0"/>
              <a:t>]]; 10)</a:t>
            </a:r>
          </a:p>
        </p:txBody>
      </p:sp>
    </p:spTree>
    <p:extLst>
      <p:ext uri="{BB962C8B-B14F-4D97-AF65-F5344CB8AC3E}">
        <p14:creationId xmlns:p14="http://schemas.microsoft.com/office/powerpoint/2010/main" val="1436802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A945B2-FB30-7069-BBAB-8F372C4C03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 err="1"/>
              <a:t>ProjType</a:t>
            </a:r>
            <a:r>
              <a:rPr lang="it-IT" dirty="0"/>
              <a:t>_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8AFCB4-04AE-17EA-ADCE-8E8BCA0E549D}"/>
              </a:ext>
            </a:extLst>
          </p:cNvPr>
          <p:cNvSpPr txBox="1"/>
          <p:nvPr/>
        </p:nvSpPr>
        <p:spPr>
          <a:xfrm>
            <a:off x="1023074" y="1774762"/>
            <a:ext cx="53503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LOGICA</a:t>
            </a:r>
          </a:p>
          <a:p>
            <a:r>
              <a:rPr lang="it-IT" dirty="0"/>
              <a:t>Primo carattere del campo WBS </a:t>
            </a:r>
            <a:r>
              <a:rPr lang="it-IT" dirty="0" err="1"/>
              <a:t>Element</a:t>
            </a:r>
            <a:endParaRPr lang="it-IT" dirty="0"/>
          </a:p>
          <a:p>
            <a:endParaRPr lang="it-IT" sz="2400" b="1" dirty="0"/>
          </a:p>
          <a:p>
            <a:r>
              <a:rPr lang="it-IT" sz="2400" b="1" dirty="0"/>
              <a:t>FORMULA</a:t>
            </a:r>
            <a:endParaRPr lang="it-IT" sz="1600" b="1" dirty="0"/>
          </a:p>
          <a:p>
            <a:endParaRPr lang="it-IT" dirty="0"/>
          </a:p>
          <a:p>
            <a:r>
              <a:rPr lang="it-IT" dirty="0"/>
              <a:t>=LEFT([@[</a:t>
            </a:r>
            <a:r>
              <a:rPr lang="it-IT" dirty="0">
                <a:solidFill>
                  <a:srgbClr val="00B0F0"/>
                </a:solidFill>
              </a:rPr>
              <a:t>WBS </a:t>
            </a:r>
            <a:r>
              <a:rPr lang="it-IT" dirty="0" err="1">
                <a:solidFill>
                  <a:srgbClr val="00B0F0"/>
                </a:solidFill>
              </a:rPr>
              <a:t>Element</a:t>
            </a:r>
            <a:r>
              <a:rPr lang="it-IT" dirty="0"/>
              <a:t>]]; 1)</a:t>
            </a:r>
          </a:p>
        </p:txBody>
      </p:sp>
    </p:spTree>
    <p:extLst>
      <p:ext uri="{BB962C8B-B14F-4D97-AF65-F5344CB8AC3E}">
        <p14:creationId xmlns:p14="http://schemas.microsoft.com/office/powerpoint/2010/main" val="568493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53317A-112A-7BCD-CE5D-D35A8D9078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U </a:t>
            </a:r>
            <a:r>
              <a:rPr lang="it-IT" dirty="0" err="1"/>
              <a:t>ProjType</a:t>
            </a:r>
            <a:r>
              <a:rPr lang="it-IT" dirty="0"/>
              <a:t>_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AEAAC9-9D43-4347-8465-B798EC8E49F1}"/>
              </a:ext>
            </a:extLst>
          </p:cNvPr>
          <p:cNvSpPr txBox="1"/>
          <p:nvPr/>
        </p:nvSpPr>
        <p:spPr>
          <a:xfrm>
            <a:off x="544286" y="1519754"/>
            <a:ext cx="990599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LOGICA</a:t>
            </a:r>
          </a:p>
          <a:p>
            <a:r>
              <a:rPr lang="it-IT" sz="2000" dirty="0"/>
              <a:t>Se [</a:t>
            </a:r>
            <a:r>
              <a:rPr lang="it-IT" sz="2000" dirty="0">
                <a:solidFill>
                  <a:srgbClr val="00B0F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PROJ CODE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]</a:t>
            </a:r>
            <a:r>
              <a:rPr lang="it-IT" sz="2000" dirty="0">
                <a:solidFill>
                  <a:srgbClr val="00B0F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 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inizia con «U»: </a:t>
            </a:r>
          </a:p>
          <a:p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Se [</a:t>
            </a:r>
            <a:r>
              <a:rPr lang="it-IT" sz="2000" dirty="0">
                <a:solidFill>
                  <a:srgbClr val="00B0F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tipo progetto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]</a:t>
            </a:r>
            <a:r>
              <a:rPr lang="it-IT" sz="2000" dirty="0">
                <a:solidFill>
                  <a:srgbClr val="00B0F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 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= «</a:t>
            </a:r>
            <a:r>
              <a:rPr lang="it-IT" sz="2000" dirty="0" err="1">
                <a:latin typeface="72 Condensed" panose="020B0506030000000003" pitchFamily="34" charset="0"/>
                <a:cs typeface="72 Condensed" panose="020B0506030000000003" pitchFamily="34" charset="0"/>
              </a:rPr>
              <a:t>Unprod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» 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  <a:sym typeface="Wingdings" panose="05000000000000000000" pitchFamily="2" charset="2"/>
              </a:rPr>
              <a:t>   «</a:t>
            </a:r>
            <a:r>
              <a:rPr lang="it-IT" sz="2000" dirty="0" err="1">
                <a:latin typeface="72 Condensed" panose="020B0506030000000003" pitchFamily="34" charset="0"/>
                <a:cs typeface="72 Condensed" panose="020B0506030000000003" pitchFamily="34" charset="0"/>
                <a:sym typeface="Wingdings" panose="05000000000000000000" pitchFamily="2" charset="2"/>
              </a:rPr>
              <a:t>impr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  <a:sym typeface="Wingdings" panose="05000000000000000000" pitchFamily="2" charset="2"/>
              </a:rPr>
              <a:t>»</a:t>
            </a:r>
          </a:p>
          <a:p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Se [</a:t>
            </a:r>
            <a:r>
              <a:rPr lang="it-IT" sz="2000" dirty="0">
                <a:solidFill>
                  <a:srgbClr val="00B0F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tipo progetto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]</a:t>
            </a:r>
            <a:r>
              <a:rPr lang="it-IT" sz="2000" dirty="0">
                <a:solidFill>
                  <a:srgbClr val="00B0F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 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= «</a:t>
            </a:r>
            <a:r>
              <a:rPr lang="it-IT" sz="2000" dirty="0" err="1">
                <a:latin typeface="72 Condensed" panose="020B0506030000000003" pitchFamily="34" charset="0"/>
                <a:cs typeface="72 Condensed" panose="020B0506030000000003" pitchFamily="34" charset="0"/>
              </a:rPr>
              <a:t>Prod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. </a:t>
            </a:r>
            <a:r>
              <a:rPr lang="it-IT" sz="2000" dirty="0" err="1">
                <a:latin typeface="72 Condensed" panose="020B0506030000000003" pitchFamily="34" charset="0"/>
                <a:cs typeface="72 Condensed" panose="020B0506030000000003" pitchFamily="34" charset="0"/>
              </a:rPr>
              <a:t>Indirect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» 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  <a:sym typeface="Wingdings" panose="05000000000000000000" pitchFamily="2" charset="2"/>
              </a:rPr>
              <a:t>   «</a:t>
            </a:r>
            <a:r>
              <a:rPr lang="it-IT" sz="2000" dirty="0" err="1">
                <a:latin typeface="72 Condensed" panose="020B0506030000000003" pitchFamily="34" charset="0"/>
                <a:cs typeface="72 Condensed" panose="020B0506030000000003" pitchFamily="34" charset="0"/>
                <a:sym typeface="Wingdings" panose="05000000000000000000" pitchFamily="2" charset="2"/>
              </a:rPr>
              <a:t>prod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  <a:sym typeface="Wingdings" panose="05000000000000000000" pitchFamily="2" charset="2"/>
              </a:rPr>
              <a:t> </a:t>
            </a:r>
            <a:r>
              <a:rPr lang="it-IT" sz="2000" dirty="0" err="1">
                <a:latin typeface="72 Condensed" panose="020B0506030000000003" pitchFamily="34" charset="0"/>
                <a:cs typeface="72 Condensed" panose="020B0506030000000003" pitchFamily="34" charset="0"/>
                <a:sym typeface="Wingdings" panose="05000000000000000000" pitchFamily="2" charset="2"/>
              </a:rPr>
              <a:t>ind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  <a:sym typeface="Wingdings" panose="05000000000000000000" pitchFamily="2" charset="2"/>
              </a:rPr>
              <a:t>»</a:t>
            </a:r>
          </a:p>
          <a:p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Altrimenti 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  <a:sym typeface="Wingdings" panose="05000000000000000000" pitchFamily="2" charset="2"/>
              </a:rPr>
              <a:t> </a:t>
            </a:r>
            <a:r>
              <a:rPr lang="it-IT" sz="2000" dirty="0" err="1">
                <a:latin typeface="72 Condensed" panose="020B0506030000000003" pitchFamily="34" charset="0"/>
                <a:cs typeface="72 Condensed" panose="020B0506030000000003" pitchFamily="34" charset="0"/>
              </a:rPr>
              <a:t>xxxxxxx</a:t>
            </a:r>
            <a:endParaRPr lang="it-IT" sz="2000" dirty="0">
              <a:latin typeface="72 Condensed" panose="020B0506030000000003" pitchFamily="34" charset="0"/>
              <a:cs typeface="72 Condensed" panose="020B0506030000000003" pitchFamily="34" charset="0"/>
              <a:sym typeface="Wingdings" panose="05000000000000000000" pitchFamily="2" charset="2"/>
            </a:endParaRPr>
          </a:p>
          <a:p>
            <a:endParaRPr lang="it-IT" sz="2000" dirty="0"/>
          </a:p>
          <a:p>
            <a:r>
              <a:rPr lang="it-IT" sz="2800" b="1" dirty="0"/>
              <a:t>FORMULA</a:t>
            </a:r>
            <a:endParaRPr lang="it-IT" b="1" dirty="0"/>
          </a:p>
          <a:p>
            <a:endParaRPr lang="it-IT" sz="2000" dirty="0"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=LOWER(TRIM(  IF(   LEFT( [@[</a:t>
            </a:r>
            <a:r>
              <a:rPr lang="it-IT" sz="2000" dirty="0">
                <a:solidFill>
                  <a:srgbClr val="00B0F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PROJ CODE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]]; 1) = "U";</a:t>
            </a:r>
          </a:p>
          <a:p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          IF( TRIM([@[</a:t>
            </a:r>
            <a:r>
              <a:rPr lang="it-IT" sz="2000" dirty="0">
                <a:solidFill>
                  <a:srgbClr val="00B0F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tipo progetto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]]) = "</a:t>
            </a:r>
            <a:r>
              <a:rPr lang="it-IT" sz="2000" dirty="0" err="1">
                <a:latin typeface="72 Condensed" panose="020B0506030000000003" pitchFamily="34" charset="0"/>
                <a:cs typeface="72 Condensed" panose="020B0506030000000003" pitchFamily="34" charset="0"/>
              </a:rPr>
              <a:t>Unprod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";  "</a:t>
            </a:r>
            <a:r>
              <a:rPr lang="it-IT" sz="2000" dirty="0" err="1">
                <a:latin typeface="72 Condensed" panose="020B0506030000000003" pitchFamily="34" charset="0"/>
                <a:cs typeface="72 Condensed" panose="020B0506030000000003" pitchFamily="34" charset="0"/>
              </a:rPr>
              <a:t>impr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";   IF( TRIM([@[</a:t>
            </a:r>
            <a:r>
              <a:rPr lang="it-IT" sz="2000" dirty="0">
                <a:solidFill>
                  <a:srgbClr val="00B0F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tipo progetto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]])="</a:t>
            </a:r>
            <a:r>
              <a:rPr lang="it-IT" sz="2000" dirty="0" err="1">
                <a:latin typeface="72 Condensed" panose="020B0506030000000003" pitchFamily="34" charset="0"/>
                <a:cs typeface="72 Condensed" panose="020B0506030000000003" pitchFamily="34" charset="0"/>
              </a:rPr>
              <a:t>Prod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. </a:t>
            </a:r>
            <a:r>
              <a:rPr lang="it-IT" sz="2000" dirty="0" err="1">
                <a:latin typeface="72 Condensed" panose="020B0506030000000003" pitchFamily="34" charset="0"/>
                <a:cs typeface="72 Condensed" panose="020B0506030000000003" pitchFamily="34" charset="0"/>
              </a:rPr>
              <a:t>Indirect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";   "</a:t>
            </a:r>
            <a:r>
              <a:rPr lang="it-IT" sz="2000" dirty="0" err="1">
                <a:latin typeface="72 Condensed" panose="020B0506030000000003" pitchFamily="34" charset="0"/>
                <a:cs typeface="72 Condensed" panose="020B0506030000000003" pitchFamily="34" charset="0"/>
              </a:rPr>
              <a:t>prod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 </a:t>
            </a:r>
            <a:r>
              <a:rPr lang="it-IT" sz="2000" dirty="0" err="1">
                <a:latin typeface="72 Condensed" panose="020B0506030000000003" pitchFamily="34" charset="0"/>
                <a:cs typeface="72 Condensed" panose="020B0506030000000003" pitchFamily="34" charset="0"/>
              </a:rPr>
              <a:t>ind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"; "</a:t>
            </a:r>
            <a:r>
              <a:rPr lang="it-IT" sz="2000" dirty="0" err="1">
                <a:latin typeface="72 Condensed" panose="020B0506030000000003" pitchFamily="34" charset="0"/>
                <a:cs typeface="72 Condensed" panose="020B0506030000000003" pitchFamily="34" charset="0"/>
              </a:rPr>
              <a:t>xxxxxxx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"));</a:t>
            </a:r>
          </a:p>
          <a:p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          "" ) ))</a:t>
            </a:r>
          </a:p>
        </p:txBody>
      </p:sp>
    </p:spTree>
    <p:extLst>
      <p:ext uri="{BB962C8B-B14F-4D97-AF65-F5344CB8AC3E}">
        <p14:creationId xmlns:p14="http://schemas.microsoft.com/office/powerpoint/2010/main" val="3121716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84692FE-0E16-17E8-8220-F192C7DE8B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 err="1"/>
              <a:t>ProjType</a:t>
            </a:r>
            <a:r>
              <a:rPr lang="it-IT" dirty="0"/>
              <a:t> Cluster 1_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4A06BA-22D6-5D41-7845-DC4E67E215A9}"/>
              </a:ext>
            </a:extLst>
          </p:cNvPr>
          <p:cNvSpPr txBox="1"/>
          <p:nvPr/>
        </p:nvSpPr>
        <p:spPr>
          <a:xfrm>
            <a:off x="489857" y="1099373"/>
            <a:ext cx="978784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LOGICA</a:t>
            </a:r>
          </a:p>
          <a:p>
            <a:r>
              <a:rPr lang="it-IT" sz="2000" dirty="0"/>
              <a:t>Se [</a:t>
            </a:r>
            <a:r>
              <a:rPr lang="it-IT" sz="2000" dirty="0" err="1">
                <a:solidFill>
                  <a:srgbClr val="FFC00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ProjType</a:t>
            </a:r>
            <a:r>
              <a:rPr lang="it-IT" sz="2000" dirty="0">
                <a:solidFill>
                  <a:srgbClr val="FFC00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_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]</a:t>
            </a:r>
            <a:r>
              <a:rPr lang="it-IT" sz="2000" dirty="0"/>
              <a:t> </a:t>
            </a:r>
            <a:r>
              <a:rPr lang="it-IT" dirty="0"/>
              <a:t>= «C» o «A» o «R» o «E»  </a:t>
            </a:r>
            <a:r>
              <a:rPr lang="it-IT" dirty="0">
                <a:sym typeface="Wingdings" panose="05000000000000000000" pitchFamily="2" charset="2"/>
              </a:rPr>
              <a:t> «C A R E»</a:t>
            </a:r>
            <a:endParaRPr lang="it-IT" dirty="0"/>
          </a:p>
          <a:p>
            <a:r>
              <a:rPr lang="it-IT" sz="2000" dirty="0"/>
              <a:t>Se [</a:t>
            </a:r>
            <a:r>
              <a:rPr lang="it-IT" sz="2000" dirty="0" err="1">
                <a:solidFill>
                  <a:srgbClr val="FFC00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ProjType</a:t>
            </a:r>
            <a:r>
              <a:rPr lang="it-IT" sz="2000" dirty="0">
                <a:solidFill>
                  <a:srgbClr val="FFC00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_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]</a:t>
            </a:r>
            <a:r>
              <a:rPr lang="it-IT" sz="2000" dirty="0"/>
              <a:t> = «U» </a:t>
            </a:r>
            <a:r>
              <a:rPr lang="it-IT" sz="2000" dirty="0">
                <a:sym typeface="Wingdings" panose="05000000000000000000" pitchFamily="2" charset="2"/>
              </a:rPr>
              <a:t> «U (» + [</a:t>
            </a:r>
            <a:r>
              <a:rPr lang="it-IT" sz="2000" dirty="0">
                <a:solidFill>
                  <a:srgbClr val="FFC00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U </a:t>
            </a:r>
            <a:r>
              <a:rPr lang="it-IT" sz="2000" dirty="0" err="1">
                <a:solidFill>
                  <a:srgbClr val="FFC00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ProjType</a:t>
            </a:r>
            <a:r>
              <a:rPr lang="it-IT" sz="2000" dirty="0">
                <a:solidFill>
                  <a:srgbClr val="FFC00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_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] + «)»</a:t>
            </a:r>
          </a:p>
          <a:p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Altrimenti</a:t>
            </a:r>
            <a:r>
              <a:rPr lang="it-IT" sz="2000" dirty="0">
                <a:solidFill>
                  <a:srgbClr val="FFC00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 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[</a:t>
            </a:r>
            <a:r>
              <a:rPr lang="it-IT" sz="2000" dirty="0" err="1">
                <a:solidFill>
                  <a:srgbClr val="FFC00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ProjType</a:t>
            </a:r>
            <a:r>
              <a:rPr lang="it-IT" sz="2000" dirty="0">
                <a:solidFill>
                  <a:srgbClr val="FFC00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_</a:t>
            </a:r>
            <a:r>
              <a:rPr lang="it-IT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]</a:t>
            </a:r>
            <a:endParaRPr lang="it-IT" sz="2000" dirty="0"/>
          </a:p>
          <a:p>
            <a:endParaRPr lang="it-IT" sz="2000" dirty="0"/>
          </a:p>
          <a:p>
            <a:r>
              <a:rPr lang="it-IT" sz="2800" b="1" dirty="0"/>
              <a:t>FORMULA</a:t>
            </a:r>
            <a:endParaRPr lang="it-IT" sz="2000" b="1" dirty="0"/>
          </a:p>
          <a:p>
            <a:r>
              <a:rPr lang="it-IT" dirty="0">
                <a:latin typeface="+mj-lt"/>
                <a:cs typeface="72 Condensed" panose="020B0506030000000003" pitchFamily="34" charset="0"/>
              </a:rPr>
              <a:t>=IF( OR( [@[</a:t>
            </a:r>
            <a:r>
              <a:rPr lang="it-IT" dirty="0">
                <a:solidFill>
                  <a:srgbClr val="FFC000"/>
                </a:solidFill>
                <a:latin typeface="+mj-lt"/>
                <a:cs typeface="72 Condensed" panose="020B0506030000000003" pitchFamily="34" charset="0"/>
              </a:rPr>
              <a:t>ProjType_</a:t>
            </a:r>
            <a:r>
              <a:rPr lang="it-IT" dirty="0">
                <a:latin typeface="+mj-lt"/>
                <a:cs typeface="72 Condensed" panose="020B0506030000000003" pitchFamily="34" charset="0"/>
              </a:rPr>
              <a:t>]]="C"; [@[ProjType_]]="A"; [@[</a:t>
            </a:r>
            <a:r>
              <a:rPr lang="it-IT" dirty="0">
                <a:solidFill>
                  <a:srgbClr val="FFC000"/>
                </a:solidFill>
                <a:latin typeface="+mj-lt"/>
                <a:cs typeface="72 Condensed" panose="020B0506030000000003" pitchFamily="34" charset="0"/>
              </a:rPr>
              <a:t>ProjType_</a:t>
            </a:r>
            <a:r>
              <a:rPr lang="it-IT" dirty="0">
                <a:latin typeface="+mj-lt"/>
                <a:cs typeface="72 Condensed" panose="020B0506030000000003" pitchFamily="34" charset="0"/>
              </a:rPr>
              <a:t>]]="R"; [@[</a:t>
            </a:r>
            <a:r>
              <a:rPr lang="it-IT" dirty="0">
                <a:solidFill>
                  <a:srgbClr val="FFC000"/>
                </a:solidFill>
                <a:latin typeface="+mj-lt"/>
                <a:cs typeface="72 Condensed" panose="020B0506030000000003" pitchFamily="34" charset="0"/>
              </a:rPr>
              <a:t>ProjType_</a:t>
            </a:r>
            <a:r>
              <a:rPr lang="it-IT" dirty="0">
                <a:latin typeface="+mj-lt"/>
                <a:cs typeface="72 Condensed" panose="020B0506030000000003" pitchFamily="34" charset="0"/>
              </a:rPr>
              <a:t>]]="E");  "C A R E";</a:t>
            </a:r>
          </a:p>
          <a:p>
            <a:r>
              <a:rPr lang="it-IT" dirty="0">
                <a:latin typeface="+mj-lt"/>
                <a:cs typeface="72 Condensed" panose="020B0506030000000003" pitchFamily="34" charset="0"/>
              </a:rPr>
              <a:t>        IF( [@[</a:t>
            </a:r>
            <a:r>
              <a:rPr lang="it-IT" dirty="0">
                <a:solidFill>
                  <a:srgbClr val="FFC000"/>
                </a:solidFill>
                <a:latin typeface="+mj-lt"/>
                <a:cs typeface="72 Condensed" panose="020B0506030000000003" pitchFamily="34" charset="0"/>
              </a:rPr>
              <a:t>ProjType_</a:t>
            </a:r>
            <a:r>
              <a:rPr lang="it-IT" dirty="0">
                <a:latin typeface="+mj-lt"/>
                <a:cs typeface="72 Condensed" panose="020B0506030000000003" pitchFamily="34" charset="0"/>
              </a:rPr>
              <a:t>]]="U";  "U (" &amp; [@[</a:t>
            </a:r>
            <a:r>
              <a:rPr lang="it-IT" dirty="0">
                <a:solidFill>
                  <a:srgbClr val="FFC000"/>
                </a:solidFill>
                <a:latin typeface="+mj-lt"/>
                <a:cs typeface="72 Condensed" panose="020B0506030000000003" pitchFamily="34" charset="0"/>
              </a:rPr>
              <a:t>U </a:t>
            </a:r>
            <a:r>
              <a:rPr lang="it-IT" dirty="0" err="1">
                <a:solidFill>
                  <a:srgbClr val="FFC000"/>
                </a:solidFill>
                <a:latin typeface="+mj-lt"/>
                <a:cs typeface="72 Condensed" panose="020B0506030000000003" pitchFamily="34" charset="0"/>
              </a:rPr>
              <a:t>ProjType</a:t>
            </a:r>
            <a:r>
              <a:rPr lang="it-IT" dirty="0">
                <a:solidFill>
                  <a:srgbClr val="FFC000"/>
                </a:solidFill>
                <a:latin typeface="+mj-lt"/>
                <a:cs typeface="72 Condensed" panose="020B0506030000000003" pitchFamily="34" charset="0"/>
              </a:rPr>
              <a:t>_</a:t>
            </a:r>
            <a:r>
              <a:rPr lang="it-IT" dirty="0">
                <a:latin typeface="+mj-lt"/>
                <a:cs typeface="72 Condensed" panose="020B0506030000000003" pitchFamily="34" charset="0"/>
              </a:rPr>
              <a:t>]] &amp; ")";</a:t>
            </a:r>
          </a:p>
          <a:p>
            <a:r>
              <a:rPr lang="it-IT" dirty="0">
                <a:latin typeface="+mj-lt"/>
                <a:cs typeface="72 Condensed" panose="020B0506030000000003" pitchFamily="34" charset="0"/>
              </a:rPr>
              <a:t>        [@[ProjType_]]) 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DA675-E929-44ED-290D-2250DF7FD080}"/>
              </a:ext>
            </a:extLst>
          </p:cNvPr>
          <p:cNvSpPr txBox="1"/>
          <p:nvPr/>
        </p:nvSpPr>
        <p:spPr>
          <a:xfrm>
            <a:off x="244928" y="4684604"/>
            <a:ext cx="5350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latin typeface="72 Condensed" panose="020B0506030000000003" pitchFamily="34" charset="0"/>
                <a:cs typeface="72 Condensed" panose="020B0506030000000003" pitchFamily="34" charset="0"/>
              </a:rPr>
              <a:t>[@[</a:t>
            </a:r>
            <a:r>
              <a:rPr lang="it-IT" sz="1800" dirty="0">
                <a:solidFill>
                  <a:srgbClr val="FFC00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ProjType_</a:t>
            </a:r>
            <a:r>
              <a:rPr lang="it-IT" sz="1800" dirty="0">
                <a:latin typeface="72 Condensed" panose="020B0506030000000003" pitchFamily="34" charset="0"/>
                <a:cs typeface="72 Condensed" panose="020B0506030000000003" pitchFamily="34" charset="0"/>
              </a:rPr>
              <a:t>]] </a:t>
            </a:r>
            <a:r>
              <a:rPr lang="it-IT" dirty="0"/>
              <a:t>=LEFT([@[</a:t>
            </a:r>
            <a:r>
              <a:rPr lang="it-IT" dirty="0">
                <a:solidFill>
                  <a:srgbClr val="00B0F0"/>
                </a:solidFill>
              </a:rPr>
              <a:t>WBS </a:t>
            </a:r>
            <a:r>
              <a:rPr lang="it-IT" dirty="0" err="1">
                <a:solidFill>
                  <a:srgbClr val="00B0F0"/>
                </a:solidFill>
              </a:rPr>
              <a:t>Element</a:t>
            </a:r>
            <a:r>
              <a:rPr lang="it-IT" dirty="0"/>
              <a:t>]]; 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755EA5-630B-14D7-701A-E14AAA0AD430}"/>
              </a:ext>
            </a:extLst>
          </p:cNvPr>
          <p:cNvSpPr txBox="1"/>
          <p:nvPr/>
        </p:nvSpPr>
        <p:spPr>
          <a:xfrm>
            <a:off x="244928" y="5002159"/>
            <a:ext cx="102777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latin typeface="72 Condensed" panose="020B0506030000000003" pitchFamily="34" charset="0"/>
                <a:cs typeface="72 Condensed" panose="020B0506030000000003" pitchFamily="34" charset="0"/>
              </a:rPr>
              <a:t>[@[</a:t>
            </a:r>
            <a:r>
              <a:rPr lang="it-IT" sz="1800" dirty="0">
                <a:solidFill>
                  <a:srgbClr val="FFC00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U </a:t>
            </a:r>
            <a:r>
              <a:rPr lang="it-IT" sz="1800" dirty="0" err="1">
                <a:solidFill>
                  <a:srgbClr val="FFC00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ProjType</a:t>
            </a:r>
            <a:r>
              <a:rPr lang="it-IT" sz="1800" dirty="0">
                <a:solidFill>
                  <a:srgbClr val="FFC00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_</a:t>
            </a:r>
            <a:r>
              <a:rPr lang="it-IT" sz="1800" dirty="0">
                <a:latin typeface="72 Condensed" panose="020B0506030000000003" pitchFamily="34" charset="0"/>
                <a:cs typeface="72 Condensed" panose="020B0506030000000003" pitchFamily="34" charset="0"/>
              </a:rPr>
              <a:t>]]</a:t>
            </a:r>
            <a:r>
              <a:rPr lang="it-IT" dirty="0">
                <a:latin typeface="72 Condensed" panose="020B0506030000000003" pitchFamily="34" charset="0"/>
                <a:cs typeface="72 Condensed" panose="020B0506030000000003" pitchFamily="34" charset="0"/>
              </a:rPr>
              <a:t> =LOWER(TRIM(  IF(   LEFT( [@[</a:t>
            </a:r>
            <a:r>
              <a:rPr lang="it-IT" dirty="0">
                <a:solidFill>
                  <a:srgbClr val="00B0F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PROJ CODE</a:t>
            </a:r>
            <a:r>
              <a:rPr lang="it-IT" dirty="0">
                <a:latin typeface="72 Condensed" panose="020B0506030000000003" pitchFamily="34" charset="0"/>
                <a:cs typeface="72 Condensed" panose="020B0506030000000003" pitchFamily="34" charset="0"/>
              </a:rPr>
              <a:t>]]; 1) = "U";</a:t>
            </a:r>
          </a:p>
          <a:p>
            <a:r>
              <a:rPr lang="it-IT" dirty="0">
                <a:latin typeface="72 Condensed" panose="020B0506030000000003" pitchFamily="34" charset="0"/>
                <a:cs typeface="72 Condensed" panose="020B0506030000000003" pitchFamily="34" charset="0"/>
              </a:rPr>
              <a:t>          IF( TRIM([@[</a:t>
            </a:r>
            <a:r>
              <a:rPr lang="it-IT" dirty="0">
                <a:solidFill>
                  <a:srgbClr val="00B0F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tipo progetto</a:t>
            </a:r>
            <a:r>
              <a:rPr lang="it-IT" dirty="0">
                <a:latin typeface="72 Condensed" panose="020B0506030000000003" pitchFamily="34" charset="0"/>
                <a:cs typeface="72 Condensed" panose="020B0506030000000003" pitchFamily="34" charset="0"/>
              </a:rPr>
              <a:t>]]) = "</a:t>
            </a:r>
            <a:r>
              <a:rPr lang="it-IT" dirty="0" err="1">
                <a:latin typeface="72 Condensed" panose="020B0506030000000003" pitchFamily="34" charset="0"/>
                <a:cs typeface="72 Condensed" panose="020B0506030000000003" pitchFamily="34" charset="0"/>
              </a:rPr>
              <a:t>Unprod</a:t>
            </a:r>
            <a:r>
              <a:rPr lang="it-IT" dirty="0">
                <a:latin typeface="72 Condensed" panose="020B0506030000000003" pitchFamily="34" charset="0"/>
                <a:cs typeface="72 Condensed" panose="020B0506030000000003" pitchFamily="34" charset="0"/>
              </a:rPr>
              <a:t>";  "</a:t>
            </a:r>
            <a:r>
              <a:rPr lang="it-IT" dirty="0" err="1">
                <a:latin typeface="72 Condensed" panose="020B0506030000000003" pitchFamily="34" charset="0"/>
                <a:cs typeface="72 Condensed" panose="020B0506030000000003" pitchFamily="34" charset="0"/>
              </a:rPr>
              <a:t>impr</a:t>
            </a:r>
            <a:r>
              <a:rPr lang="it-IT" dirty="0">
                <a:latin typeface="72 Condensed" panose="020B0506030000000003" pitchFamily="34" charset="0"/>
                <a:cs typeface="72 Condensed" panose="020B0506030000000003" pitchFamily="34" charset="0"/>
              </a:rPr>
              <a:t>";   IF( TRIM([@[</a:t>
            </a:r>
            <a:r>
              <a:rPr lang="it-IT" dirty="0">
                <a:solidFill>
                  <a:srgbClr val="00B0F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tipo progetto</a:t>
            </a:r>
            <a:r>
              <a:rPr lang="it-IT" dirty="0">
                <a:latin typeface="72 Condensed" panose="020B0506030000000003" pitchFamily="34" charset="0"/>
                <a:cs typeface="72 Condensed" panose="020B0506030000000003" pitchFamily="34" charset="0"/>
              </a:rPr>
              <a:t>]])="</a:t>
            </a:r>
            <a:r>
              <a:rPr lang="it-IT" dirty="0" err="1">
                <a:latin typeface="72 Condensed" panose="020B0506030000000003" pitchFamily="34" charset="0"/>
                <a:cs typeface="72 Condensed" panose="020B0506030000000003" pitchFamily="34" charset="0"/>
              </a:rPr>
              <a:t>Prod</a:t>
            </a:r>
            <a:r>
              <a:rPr lang="it-IT" dirty="0">
                <a:latin typeface="72 Condensed" panose="020B0506030000000003" pitchFamily="34" charset="0"/>
                <a:cs typeface="72 Condensed" panose="020B0506030000000003" pitchFamily="34" charset="0"/>
              </a:rPr>
              <a:t>. </a:t>
            </a:r>
            <a:r>
              <a:rPr lang="it-IT" dirty="0" err="1">
                <a:latin typeface="72 Condensed" panose="020B0506030000000003" pitchFamily="34" charset="0"/>
                <a:cs typeface="72 Condensed" panose="020B0506030000000003" pitchFamily="34" charset="0"/>
              </a:rPr>
              <a:t>Indirect</a:t>
            </a:r>
            <a:r>
              <a:rPr lang="it-IT" dirty="0">
                <a:latin typeface="72 Condensed" panose="020B0506030000000003" pitchFamily="34" charset="0"/>
                <a:cs typeface="72 Condensed" panose="020B0506030000000003" pitchFamily="34" charset="0"/>
              </a:rPr>
              <a:t>";   "</a:t>
            </a:r>
            <a:r>
              <a:rPr lang="it-IT" dirty="0" err="1">
                <a:latin typeface="72 Condensed" panose="020B0506030000000003" pitchFamily="34" charset="0"/>
                <a:cs typeface="72 Condensed" panose="020B0506030000000003" pitchFamily="34" charset="0"/>
              </a:rPr>
              <a:t>prod</a:t>
            </a:r>
            <a:r>
              <a:rPr lang="it-IT" dirty="0">
                <a:latin typeface="72 Condensed" panose="020B0506030000000003" pitchFamily="34" charset="0"/>
                <a:cs typeface="72 Condensed" panose="020B0506030000000003" pitchFamily="34" charset="0"/>
              </a:rPr>
              <a:t> </a:t>
            </a:r>
            <a:r>
              <a:rPr lang="it-IT" dirty="0" err="1">
                <a:latin typeface="72 Condensed" panose="020B0506030000000003" pitchFamily="34" charset="0"/>
                <a:cs typeface="72 Condensed" panose="020B0506030000000003" pitchFamily="34" charset="0"/>
              </a:rPr>
              <a:t>ind</a:t>
            </a:r>
            <a:r>
              <a:rPr lang="it-IT" dirty="0">
                <a:latin typeface="72 Condensed" panose="020B0506030000000003" pitchFamily="34" charset="0"/>
                <a:cs typeface="72 Condensed" panose="020B0506030000000003" pitchFamily="34" charset="0"/>
              </a:rPr>
              <a:t>"; "</a:t>
            </a:r>
            <a:r>
              <a:rPr lang="it-IT" dirty="0" err="1">
                <a:latin typeface="72 Condensed" panose="020B0506030000000003" pitchFamily="34" charset="0"/>
                <a:cs typeface="72 Condensed" panose="020B0506030000000003" pitchFamily="34" charset="0"/>
              </a:rPr>
              <a:t>xxxxxxx</a:t>
            </a:r>
            <a:r>
              <a:rPr lang="it-IT" dirty="0">
                <a:latin typeface="72 Condensed" panose="020B0506030000000003" pitchFamily="34" charset="0"/>
                <a:cs typeface="72 Condensed" panose="020B0506030000000003" pitchFamily="34" charset="0"/>
              </a:rPr>
              <a:t>")); "" ) ))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ABF0A60-7D96-CDA8-9839-A517C80BBEE7}"/>
              </a:ext>
            </a:extLst>
          </p:cNvPr>
          <p:cNvCxnSpPr>
            <a:cxnSpLocks/>
          </p:cNvCxnSpPr>
          <p:nvPr/>
        </p:nvCxnSpPr>
        <p:spPr>
          <a:xfrm>
            <a:off x="244928" y="4521726"/>
            <a:ext cx="972094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086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10525A-372E-8D99-4604-0E093C32A8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 err="1"/>
              <a:t>ProjType</a:t>
            </a:r>
            <a:r>
              <a:rPr lang="it-IT" dirty="0"/>
              <a:t> Cluster 2_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F8591C-F3E4-1CE8-64F6-0EB34680BBE9}"/>
              </a:ext>
            </a:extLst>
          </p:cNvPr>
          <p:cNvSpPr txBox="1"/>
          <p:nvPr/>
        </p:nvSpPr>
        <p:spPr>
          <a:xfrm>
            <a:off x="635454" y="1352023"/>
            <a:ext cx="9146722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LOGICA</a:t>
            </a:r>
          </a:p>
          <a:p>
            <a:r>
              <a:rPr lang="it-IT" dirty="0"/>
              <a:t>Se [</a:t>
            </a:r>
            <a:r>
              <a:rPr lang="it-IT" dirty="0" err="1">
                <a:solidFill>
                  <a:srgbClr val="FFC00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ProjType</a:t>
            </a:r>
            <a:r>
              <a:rPr lang="it-IT" dirty="0">
                <a:solidFill>
                  <a:srgbClr val="FFC00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_</a:t>
            </a:r>
            <a:r>
              <a:rPr lang="it-IT" dirty="0">
                <a:latin typeface="72 Condensed" panose="020B0506030000000003" pitchFamily="34" charset="0"/>
                <a:cs typeface="72 Condensed" panose="020B0506030000000003" pitchFamily="34" charset="0"/>
              </a:rPr>
              <a:t>] = «A» oppure «R»  oppure «E»  </a:t>
            </a:r>
            <a:r>
              <a:rPr lang="it-IT" dirty="0">
                <a:latin typeface="72 Condensed" panose="020B0506030000000003" pitchFamily="34" charset="0"/>
                <a:cs typeface="72 Condensed" panose="020B0506030000000003" pitchFamily="34" charset="0"/>
                <a:sym typeface="Wingdings" panose="05000000000000000000" pitchFamily="2" charset="2"/>
              </a:rPr>
              <a:t>  «A R E»</a:t>
            </a:r>
            <a:r>
              <a:rPr lang="it-IT" dirty="0">
                <a:latin typeface="72 Condensed" panose="020B0506030000000003" pitchFamily="34" charset="0"/>
                <a:cs typeface="72 Condensed" panose="020B0506030000000003" pitchFamily="34" charset="0"/>
              </a:rPr>
              <a:t> </a:t>
            </a:r>
          </a:p>
          <a:p>
            <a:r>
              <a:rPr lang="it-IT" dirty="0">
                <a:latin typeface="72 Condensed" panose="020B0506030000000003" pitchFamily="34" charset="0"/>
                <a:cs typeface="72 Condensed" panose="020B0506030000000003" pitchFamily="34" charset="0"/>
              </a:rPr>
              <a:t>Altrimenti </a:t>
            </a:r>
            <a:r>
              <a:rPr lang="it-IT" dirty="0">
                <a:latin typeface="72 Condensed" panose="020B0506030000000003" pitchFamily="34" charset="0"/>
                <a:cs typeface="72 Condensed" panose="020B0506030000000003" pitchFamily="34" charset="0"/>
                <a:sym typeface="Wingdings" panose="05000000000000000000" pitchFamily="2" charset="2"/>
              </a:rPr>
              <a:t> </a:t>
            </a:r>
            <a:r>
              <a:rPr lang="it-IT" dirty="0"/>
              <a:t>[</a:t>
            </a:r>
            <a:r>
              <a:rPr lang="it-IT" dirty="0" err="1">
                <a:solidFill>
                  <a:srgbClr val="FFC00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ProjType</a:t>
            </a:r>
            <a:r>
              <a:rPr lang="it-IT" dirty="0">
                <a:solidFill>
                  <a:srgbClr val="FFC00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_</a:t>
            </a:r>
            <a:r>
              <a:rPr lang="it-IT" dirty="0">
                <a:latin typeface="72 Condensed" panose="020B0506030000000003" pitchFamily="34" charset="0"/>
                <a:cs typeface="72 Condensed" panose="020B0506030000000003" pitchFamily="34" charset="0"/>
              </a:rPr>
              <a:t>] </a:t>
            </a:r>
            <a:endParaRPr lang="it-IT" dirty="0">
              <a:latin typeface="72 Condensed" panose="020B0506030000000003" pitchFamily="34" charset="0"/>
              <a:cs typeface="72 Condensed" panose="020B0506030000000003" pitchFamily="34" charset="0"/>
              <a:sym typeface="Wingdings" panose="05000000000000000000" pitchFamily="2" charset="2"/>
            </a:endParaRPr>
          </a:p>
          <a:p>
            <a:endParaRPr lang="it-IT" dirty="0"/>
          </a:p>
          <a:p>
            <a:endParaRPr lang="it-IT" dirty="0"/>
          </a:p>
          <a:p>
            <a:r>
              <a:rPr lang="it-IT" sz="2400" b="1" dirty="0"/>
              <a:t>FORMULA</a:t>
            </a:r>
            <a:endParaRPr lang="it-IT" b="1" dirty="0"/>
          </a:p>
          <a:p>
            <a:r>
              <a:rPr lang="it-IT" dirty="0"/>
              <a:t>=IF( OR( [@[</a:t>
            </a:r>
            <a:r>
              <a:rPr lang="it-IT" dirty="0">
                <a:solidFill>
                  <a:srgbClr val="FFC000"/>
                </a:solidFill>
              </a:rPr>
              <a:t>ProjType_</a:t>
            </a:r>
            <a:r>
              <a:rPr lang="it-IT" dirty="0"/>
              <a:t>]]="A"; [@[</a:t>
            </a:r>
            <a:r>
              <a:rPr lang="it-IT" dirty="0">
                <a:solidFill>
                  <a:srgbClr val="FFC000"/>
                </a:solidFill>
              </a:rPr>
              <a:t>ProjType_</a:t>
            </a:r>
            <a:r>
              <a:rPr lang="it-IT" dirty="0"/>
              <a:t>]]="R"; [@[</a:t>
            </a:r>
            <a:r>
              <a:rPr lang="it-IT" dirty="0">
                <a:solidFill>
                  <a:srgbClr val="FFC000"/>
                </a:solidFill>
              </a:rPr>
              <a:t>ProjType_</a:t>
            </a:r>
            <a:r>
              <a:rPr lang="it-IT" dirty="0"/>
              <a:t>]]="E");</a:t>
            </a:r>
          </a:p>
          <a:p>
            <a:r>
              <a:rPr lang="it-IT" dirty="0"/>
              <a:t>       "A R E";</a:t>
            </a:r>
          </a:p>
          <a:p>
            <a:r>
              <a:rPr lang="it-IT" dirty="0"/>
              <a:t>        [@[</a:t>
            </a:r>
            <a:r>
              <a:rPr lang="it-IT" dirty="0">
                <a:solidFill>
                  <a:srgbClr val="FFC000"/>
                </a:solidFill>
              </a:rPr>
              <a:t>ProjType_</a:t>
            </a:r>
            <a:r>
              <a:rPr lang="it-IT" dirty="0"/>
              <a:t>]])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C50EDE-8FEE-074B-2432-08CEE900BD58}"/>
              </a:ext>
            </a:extLst>
          </p:cNvPr>
          <p:cNvSpPr txBox="1"/>
          <p:nvPr/>
        </p:nvSpPr>
        <p:spPr>
          <a:xfrm>
            <a:off x="348344" y="4865914"/>
            <a:ext cx="5350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[@[</a:t>
            </a:r>
            <a:r>
              <a:rPr lang="it-IT" dirty="0">
                <a:solidFill>
                  <a:srgbClr val="FFC000"/>
                </a:solidFill>
              </a:rPr>
              <a:t>ProjType_</a:t>
            </a:r>
            <a:r>
              <a:rPr lang="it-IT" dirty="0"/>
              <a:t>]] =LEFT([@[</a:t>
            </a:r>
            <a:r>
              <a:rPr lang="it-IT" dirty="0">
                <a:solidFill>
                  <a:srgbClr val="00B0F0"/>
                </a:solidFill>
              </a:rPr>
              <a:t>WBS </a:t>
            </a:r>
            <a:r>
              <a:rPr lang="it-IT" dirty="0" err="1">
                <a:solidFill>
                  <a:srgbClr val="00B0F0"/>
                </a:solidFill>
              </a:rPr>
              <a:t>Element</a:t>
            </a:r>
            <a:r>
              <a:rPr lang="it-IT" dirty="0"/>
              <a:t>]]; 1)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016194-C84A-94F3-4579-C968BFA65EEA}"/>
              </a:ext>
            </a:extLst>
          </p:cNvPr>
          <p:cNvCxnSpPr>
            <a:cxnSpLocks/>
          </p:cNvCxnSpPr>
          <p:nvPr/>
        </p:nvCxnSpPr>
        <p:spPr>
          <a:xfrm>
            <a:off x="348344" y="4632462"/>
            <a:ext cx="972094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565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5C5F04-EC08-0F1C-5DCF-1AC4268F31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 err="1"/>
              <a:t>BussinessArea</a:t>
            </a:r>
            <a:r>
              <a:rPr lang="it-IT" dirty="0"/>
              <a:t> Cluster 1_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9AE447-7942-6C01-B5D5-248B9A0DF1B8}"/>
              </a:ext>
            </a:extLst>
          </p:cNvPr>
          <p:cNvSpPr txBox="1"/>
          <p:nvPr/>
        </p:nvSpPr>
        <p:spPr>
          <a:xfrm>
            <a:off x="1023074" y="1399792"/>
            <a:ext cx="8665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=IF(  TRIM([@[</a:t>
            </a:r>
            <a:r>
              <a:rPr lang="it-IT" dirty="0">
                <a:solidFill>
                  <a:srgbClr val="FF0000"/>
                </a:solidFill>
              </a:rPr>
              <a:t>RAGGR X BUSINESS</a:t>
            </a:r>
            <a:r>
              <a:rPr lang="it-IT" dirty="0"/>
              <a:t>]])&gt; ""; TRIM([@[</a:t>
            </a:r>
            <a:r>
              <a:rPr lang="it-IT" dirty="0">
                <a:solidFill>
                  <a:srgbClr val="FF0000"/>
                </a:solidFill>
              </a:rPr>
              <a:t>RAGGR X BUSINESS</a:t>
            </a:r>
            <a:r>
              <a:rPr lang="it-IT" dirty="0"/>
              <a:t>]]); TRIM([@[</a:t>
            </a:r>
            <a:r>
              <a:rPr lang="it-IT" dirty="0">
                <a:solidFill>
                  <a:srgbClr val="FF0000"/>
                </a:solidFill>
              </a:rPr>
              <a:t>RAGGR X BUSINESS</a:t>
            </a:r>
            <a:r>
              <a:rPr lang="it-IT" dirty="0"/>
              <a:t>]] ) )</a:t>
            </a:r>
          </a:p>
        </p:txBody>
      </p:sp>
    </p:spTree>
    <p:extLst>
      <p:ext uri="{BB962C8B-B14F-4D97-AF65-F5344CB8AC3E}">
        <p14:creationId xmlns:p14="http://schemas.microsoft.com/office/powerpoint/2010/main" val="3653096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37BA41-4BAF-941E-5B21-6CC961BFE2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ORE_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6AC182-24A7-36C3-5A50-9F7D1298A0DB}"/>
              </a:ext>
            </a:extLst>
          </p:cNvPr>
          <p:cNvSpPr txBox="1"/>
          <p:nvPr/>
        </p:nvSpPr>
        <p:spPr>
          <a:xfrm>
            <a:off x="1023074" y="1306677"/>
            <a:ext cx="535032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LOGICA</a:t>
            </a:r>
          </a:p>
          <a:p>
            <a:r>
              <a:rPr lang="it-IT" dirty="0"/>
              <a:t>Ore totali di marcatura.</a:t>
            </a:r>
          </a:p>
          <a:p>
            <a:endParaRPr lang="it-IT" dirty="0"/>
          </a:p>
          <a:p>
            <a:r>
              <a:rPr lang="it-IT" sz="2400" b="1" dirty="0"/>
              <a:t>FORMULA</a:t>
            </a:r>
            <a:endParaRPr lang="it-IT" b="1" dirty="0"/>
          </a:p>
          <a:p>
            <a:r>
              <a:rPr lang="it-IT" dirty="0"/>
              <a:t>=[@</a:t>
            </a:r>
            <a:r>
              <a:rPr lang="it-IT" dirty="0">
                <a:solidFill>
                  <a:srgbClr val="00B0F0"/>
                </a:solidFill>
              </a:rPr>
              <a:t>Total</a:t>
            </a:r>
            <a:r>
              <a:rPr lang="it-IT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702385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48308C-6E71-7981-98A2-5001297E2C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Mesi (</a:t>
            </a:r>
            <a:r>
              <a:rPr lang="it-IT" dirty="0" err="1"/>
              <a:t>gen</a:t>
            </a:r>
            <a:r>
              <a:rPr lang="it-IT" dirty="0"/>
              <a:t>_, </a:t>
            </a:r>
            <a:r>
              <a:rPr lang="it-IT" dirty="0" err="1"/>
              <a:t>feb</a:t>
            </a:r>
            <a:r>
              <a:rPr lang="it-IT" dirty="0"/>
              <a:t>_,mar_....)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4217A7-65AC-CFF5-A299-EE85EA93A0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E6AC1E-9C7E-A9E0-0E71-FBFE393F4F7D}"/>
              </a:ext>
            </a:extLst>
          </p:cNvPr>
          <p:cNvSpPr txBox="1"/>
          <p:nvPr/>
        </p:nvSpPr>
        <p:spPr>
          <a:xfrm>
            <a:off x="1023074" y="1394110"/>
            <a:ext cx="535032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LOGICA</a:t>
            </a:r>
          </a:p>
          <a:p>
            <a:r>
              <a:rPr lang="it-IT" dirty="0"/>
              <a:t>Ore marcate nel mese.</a:t>
            </a:r>
          </a:p>
          <a:p>
            <a:endParaRPr lang="it-IT" dirty="0"/>
          </a:p>
          <a:p>
            <a:r>
              <a:rPr lang="it-IT" sz="2400" b="1" dirty="0"/>
              <a:t>FORMULA</a:t>
            </a:r>
            <a:endParaRPr lang="it-IT" b="1" dirty="0"/>
          </a:p>
          <a:p>
            <a:r>
              <a:rPr lang="it-IT" dirty="0"/>
              <a:t>=[@[</a:t>
            </a:r>
            <a:r>
              <a:rPr lang="it-IT" dirty="0">
                <a:solidFill>
                  <a:srgbClr val="00B0F0"/>
                </a:solidFill>
              </a:rPr>
              <a:t>01.AAAA</a:t>
            </a:r>
            <a:r>
              <a:rPr lang="it-IT" dirty="0"/>
              <a:t>]]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4A3F8C-6EF3-6BC2-5182-910A471CFCF4}"/>
              </a:ext>
            </a:extLst>
          </p:cNvPr>
          <p:cNvSpPr txBox="1"/>
          <p:nvPr/>
        </p:nvSpPr>
        <p:spPr>
          <a:xfrm>
            <a:off x="1023074" y="3037071"/>
            <a:ext cx="5350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=[@[</a:t>
            </a:r>
            <a:r>
              <a:rPr lang="it-IT" dirty="0">
                <a:solidFill>
                  <a:srgbClr val="00B0F0"/>
                </a:solidFill>
              </a:rPr>
              <a:t>02.AAAA</a:t>
            </a:r>
            <a:r>
              <a:rPr lang="it-IT" dirty="0"/>
              <a:t>]]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25720-BE9D-C439-8A2E-C049792E0E5D}"/>
              </a:ext>
            </a:extLst>
          </p:cNvPr>
          <p:cNvSpPr txBox="1"/>
          <p:nvPr/>
        </p:nvSpPr>
        <p:spPr>
          <a:xfrm>
            <a:off x="1023074" y="3406403"/>
            <a:ext cx="5350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=[@[</a:t>
            </a:r>
            <a:r>
              <a:rPr lang="it-IT" dirty="0">
                <a:solidFill>
                  <a:srgbClr val="00B0F0"/>
                </a:solidFill>
              </a:rPr>
              <a:t>03.AAAA</a:t>
            </a:r>
            <a:r>
              <a:rPr lang="it-IT" dirty="0"/>
              <a:t>]]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C4265B-6D84-5FD0-F6AC-6A91551282F1}"/>
              </a:ext>
            </a:extLst>
          </p:cNvPr>
          <p:cNvSpPr txBox="1"/>
          <p:nvPr/>
        </p:nvSpPr>
        <p:spPr>
          <a:xfrm>
            <a:off x="1023074" y="3775735"/>
            <a:ext cx="5350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=………</a:t>
            </a:r>
          </a:p>
        </p:txBody>
      </p:sp>
    </p:spTree>
    <p:extLst>
      <p:ext uri="{BB962C8B-B14F-4D97-AF65-F5344CB8AC3E}">
        <p14:creationId xmlns:p14="http://schemas.microsoft.com/office/powerpoint/2010/main" val="2785480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D7E03E-B7DD-9E79-6957-E8820AFDB9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tipo risorsa_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6677D3-75AB-364E-9A67-D75F20D856FE}"/>
              </a:ext>
            </a:extLst>
          </p:cNvPr>
          <p:cNvSpPr txBox="1"/>
          <p:nvPr/>
        </p:nvSpPr>
        <p:spPr>
          <a:xfrm>
            <a:off x="1023074" y="1346319"/>
            <a:ext cx="535032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LOGICA</a:t>
            </a:r>
          </a:p>
          <a:p>
            <a:r>
              <a:rPr lang="it-IT" dirty="0"/>
              <a:t>Tipo di risorsa interno o esterno.</a:t>
            </a:r>
          </a:p>
          <a:p>
            <a:endParaRPr lang="it-IT" dirty="0"/>
          </a:p>
          <a:p>
            <a:r>
              <a:rPr lang="it-IT" sz="2400" b="1" dirty="0"/>
              <a:t>FORMULA</a:t>
            </a:r>
            <a:endParaRPr lang="it-IT" b="1" dirty="0"/>
          </a:p>
          <a:p>
            <a:r>
              <a:rPr lang="it-IT" dirty="0"/>
              <a:t>=[@[</a:t>
            </a:r>
            <a:r>
              <a:rPr lang="it-IT" dirty="0">
                <a:solidFill>
                  <a:srgbClr val="00B0F0"/>
                </a:solidFill>
              </a:rPr>
              <a:t>INT/EST</a:t>
            </a:r>
            <a:r>
              <a:rPr lang="it-IT" dirty="0"/>
              <a:t>]]</a:t>
            </a:r>
          </a:p>
        </p:txBody>
      </p:sp>
    </p:spTree>
    <p:extLst>
      <p:ext uri="{BB962C8B-B14F-4D97-AF65-F5344CB8AC3E}">
        <p14:creationId xmlns:p14="http://schemas.microsoft.com/office/powerpoint/2010/main" val="1305559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74878F3-3A74-28A9-3947-D2F8B29152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 err="1"/>
              <a:t>Resp</a:t>
            </a:r>
            <a:r>
              <a:rPr lang="it-IT" dirty="0"/>
              <a:t> 1°liv_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1142CD-8B01-4D38-AE33-FBEAF9BFBDB1}"/>
              </a:ext>
            </a:extLst>
          </p:cNvPr>
          <p:cNvSpPr txBox="1"/>
          <p:nvPr/>
        </p:nvSpPr>
        <p:spPr>
          <a:xfrm>
            <a:off x="1023074" y="1306677"/>
            <a:ext cx="535032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LOGICA</a:t>
            </a:r>
          </a:p>
          <a:p>
            <a:r>
              <a:rPr lang="it-IT" dirty="0"/>
              <a:t>Responsabile di 1 livello.</a:t>
            </a:r>
          </a:p>
          <a:p>
            <a:endParaRPr lang="it-IT" dirty="0"/>
          </a:p>
          <a:p>
            <a:r>
              <a:rPr lang="it-IT" sz="2400" b="1" dirty="0"/>
              <a:t>FORMULA</a:t>
            </a:r>
            <a:endParaRPr lang="it-IT" b="1" dirty="0"/>
          </a:p>
          <a:p>
            <a:r>
              <a:rPr lang="it-IT" dirty="0"/>
              <a:t>=[@[</a:t>
            </a:r>
            <a:r>
              <a:rPr lang="it-IT" dirty="0">
                <a:solidFill>
                  <a:srgbClr val="00B0F0"/>
                </a:solidFill>
              </a:rPr>
              <a:t>Resp 1°liv</a:t>
            </a:r>
            <a:r>
              <a:rPr lang="it-IT" dirty="0"/>
              <a:t>]]</a:t>
            </a:r>
          </a:p>
        </p:txBody>
      </p:sp>
    </p:spTree>
    <p:extLst>
      <p:ext uri="{BB962C8B-B14F-4D97-AF65-F5344CB8AC3E}">
        <p14:creationId xmlns:p14="http://schemas.microsoft.com/office/powerpoint/2010/main" val="1211577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B7A4BD-3B38-1A19-D80F-83FC655A45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 err="1"/>
              <a:t>EngUnit</a:t>
            </a:r>
            <a:r>
              <a:rPr lang="it-IT" dirty="0"/>
              <a:t> area cluster 1_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AC2F4C-023D-26C8-687D-E7877B37D355}"/>
              </a:ext>
            </a:extLst>
          </p:cNvPr>
          <p:cNvSpPr txBox="1"/>
          <p:nvPr/>
        </p:nvSpPr>
        <p:spPr>
          <a:xfrm>
            <a:off x="773258" y="1257037"/>
            <a:ext cx="9393238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LOGICA</a:t>
            </a:r>
          </a:p>
          <a:p>
            <a:r>
              <a:rPr lang="it-IT" dirty="0"/>
              <a:t>Prendere il l’</a:t>
            </a:r>
            <a:r>
              <a:rPr lang="it-IT" dirty="0" err="1"/>
              <a:t>EngUnit</a:t>
            </a:r>
            <a:r>
              <a:rPr lang="it-IT" dirty="0"/>
              <a:t> area cluster dalla tabella che incrocia le </a:t>
            </a:r>
            <a:r>
              <a:rPr lang="it-IT" dirty="0" err="1"/>
              <a:t>EngUnit</a:t>
            </a:r>
            <a:r>
              <a:rPr lang="it-IT" dirty="0"/>
              <a:t> area cluster 1_ con i </a:t>
            </a:r>
            <a:r>
              <a:rPr lang="it-IT" dirty="0" err="1"/>
              <a:t>responsabli</a:t>
            </a:r>
            <a:r>
              <a:rPr lang="it-IT" dirty="0"/>
              <a:t> di 1 livello.</a:t>
            </a:r>
          </a:p>
          <a:p>
            <a:endParaRPr lang="it-IT" dirty="0"/>
          </a:p>
          <a:p>
            <a:r>
              <a:rPr lang="it-IT" sz="2400" b="1" dirty="0"/>
              <a:t>FORMULA</a:t>
            </a:r>
            <a:endParaRPr lang="it-IT" b="1" dirty="0"/>
          </a:p>
          <a:p>
            <a:r>
              <a:rPr lang="it-IT" dirty="0"/>
              <a:t>=INDEX(</a:t>
            </a:r>
            <a:r>
              <a:rPr lang="it-IT" b="1" dirty="0" err="1">
                <a:solidFill>
                  <a:srgbClr val="FFC000"/>
                </a:solidFill>
              </a:rPr>
              <a:t>table_CommonTable</a:t>
            </a:r>
            <a:r>
              <a:rPr lang="it-IT" dirty="0"/>
              <a:t>[</a:t>
            </a:r>
            <a:r>
              <a:rPr lang="it-IT" dirty="0" err="1"/>
              <a:t>EngUnit</a:t>
            </a:r>
            <a:r>
              <a:rPr lang="it-IT" dirty="0"/>
              <a:t> area cluster 1_];</a:t>
            </a:r>
          </a:p>
          <a:p>
            <a:r>
              <a:rPr lang="it-IT" dirty="0"/>
              <a:t>                    MATCH(   SUBSTITUTE([@[</a:t>
            </a:r>
            <a:r>
              <a:rPr lang="it-IT" dirty="0">
                <a:solidFill>
                  <a:srgbClr val="00B0F0"/>
                </a:solidFill>
              </a:rPr>
              <a:t>Resp 1°liv</a:t>
            </a:r>
            <a:r>
              <a:rPr lang="it-IT" dirty="0"/>
              <a:t>]];  " "; "");</a:t>
            </a:r>
          </a:p>
          <a:p>
            <a:r>
              <a:rPr lang="it-IT" b="1" dirty="0" err="1">
                <a:solidFill>
                  <a:srgbClr val="FFC000"/>
                </a:solidFill>
              </a:rPr>
              <a:t>table_CommonTable</a:t>
            </a:r>
            <a:r>
              <a:rPr lang="it-IT" dirty="0"/>
              <a:t>[</a:t>
            </a:r>
            <a:r>
              <a:rPr lang="it-IT" dirty="0" err="1"/>
              <a:t>SearchKey</a:t>
            </a:r>
            <a:r>
              <a:rPr lang="it-IT" dirty="0"/>
              <a:t>];0))</a:t>
            </a:r>
          </a:p>
        </p:txBody>
      </p:sp>
    </p:spTree>
    <p:extLst>
      <p:ext uri="{BB962C8B-B14F-4D97-AF65-F5344CB8AC3E}">
        <p14:creationId xmlns:p14="http://schemas.microsoft.com/office/powerpoint/2010/main" val="3211201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FD15A8-D64F-305B-D05C-2801EB02BD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WBS </a:t>
            </a:r>
            <a:r>
              <a:rPr lang="it-IT" dirty="0" err="1"/>
              <a:t>description</a:t>
            </a:r>
            <a:r>
              <a:rPr lang="it-IT" dirty="0"/>
              <a:t>_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2008E-DD64-6B37-74B4-07D6F33EDDE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9C6BC69-A223-7D4A-AE22-15BEED04061C}" type="datetime1">
              <a:rPr lang="it-IT" smtClean="0"/>
              <a:pPr/>
              <a:t>27/11/2025</a:t>
            </a:fld>
            <a:endParaRPr lang="it-I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283EF7-4ADC-7903-289A-53908984855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98117B-149C-1CD8-763A-CD98EBA25385}"/>
              </a:ext>
            </a:extLst>
          </p:cNvPr>
          <p:cNvSpPr txBox="1"/>
          <p:nvPr/>
        </p:nvSpPr>
        <p:spPr>
          <a:xfrm>
            <a:off x="933449" y="1165162"/>
            <a:ext cx="9386207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LOGICA</a:t>
            </a:r>
          </a:p>
          <a:p>
            <a:r>
              <a:rPr lang="it-IT" dirty="0"/>
              <a:t>Descrizione della WBS.</a:t>
            </a:r>
          </a:p>
          <a:p>
            <a:endParaRPr lang="it-IT" dirty="0"/>
          </a:p>
          <a:p>
            <a:r>
              <a:rPr lang="it-IT" sz="2400" b="1" dirty="0"/>
              <a:t>FORMULA</a:t>
            </a:r>
            <a:endParaRPr lang="it-IT" b="1" dirty="0"/>
          </a:p>
          <a:p>
            <a:r>
              <a:rPr lang="it-IT" dirty="0"/>
              <a:t>=[@[</a:t>
            </a:r>
            <a:r>
              <a:rPr lang="it-IT" dirty="0">
                <a:solidFill>
                  <a:srgbClr val="00B0F0"/>
                </a:solidFill>
              </a:rPr>
              <a:t>Project </a:t>
            </a:r>
            <a:r>
              <a:rPr lang="it-IT" dirty="0" err="1">
                <a:solidFill>
                  <a:srgbClr val="00B0F0"/>
                </a:solidFill>
              </a:rPr>
              <a:t>Description</a:t>
            </a:r>
            <a:r>
              <a:rPr lang="it-IT" dirty="0"/>
              <a:t>]]&amp;""</a:t>
            </a:r>
          </a:p>
        </p:txBody>
      </p:sp>
    </p:spTree>
    <p:extLst>
      <p:ext uri="{BB962C8B-B14F-4D97-AF65-F5344CB8AC3E}">
        <p14:creationId xmlns:p14="http://schemas.microsoft.com/office/powerpoint/2010/main" val="3421512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1AB2BF-610A-8236-4935-2A9617945B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WBE </a:t>
            </a:r>
            <a:r>
              <a:rPr lang="it-IT" dirty="0" err="1"/>
              <a:t>description</a:t>
            </a:r>
            <a:r>
              <a:rPr lang="it-IT" dirty="0"/>
              <a:t>_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F54176-F495-39F7-8AC9-CD6B690BB94C}"/>
              </a:ext>
            </a:extLst>
          </p:cNvPr>
          <p:cNvSpPr txBox="1"/>
          <p:nvPr/>
        </p:nvSpPr>
        <p:spPr>
          <a:xfrm>
            <a:off x="764535" y="1420502"/>
            <a:ext cx="8893607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LOGICA</a:t>
            </a:r>
          </a:p>
          <a:p>
            <a:r>
              <a:rPr lang="it-IT" dirty="0"/>
              <a:t>Dalla transazione sap delle marcature, bisogna recuperare la descrizione della WBE.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sz="2400" b="1" dirty="0"/>
              <a:t>FORMULA</a:t>
            </a:r>
            <a:endParaRPr lang="it-IT" b="1" dirty="0"/>
          </a:p>
          <a:p>
            <a:r>
              <a:rPr lang="it-IT" dirty="0"/>
              <a:t>=INDEX(</a:t>
            </a:r>
            <a:r>
              <a:rPr lang="it-IT" dirty="0">
                <a:highlight>
                  <a:srgbClr val="FFFF00"/>
                </a:highlight>
              </a:rPr>
              <a:t>CN43N</a:t>
            </a:r>
            <a:r>
              <a:rPr lang="it-IT" dirty="0"/>
              <a:t>!D:E;MATCH([@[</a:t>
            </a:r>
            <a:r>
              <a:rPr lang="it-IT" dirty="0">
                <a:solidFill>
                  <a:srgbClr val="00B0F0"/>
                </a:solidFill>
              </a:rPr>
              <a:t>WBE Name</a:t>
            </a:r>
            <a:r>
              <a:rPr lang="it-IT" dirty="0"/>
              <a:t>]]&amp;"";CN43N!D:D;0);2)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5D0637-9807-9F19-D626-798D2B0E3E7F}"/>
              </a:ext>
            </a:extLst>
          </p:cNvPr>
          <p:cNvCxnSpPr>
            <a:cxnSpLocks/>
          </p:cNvCxnSpPr>
          <p:nvPr/>
        </p:nvCxnSpPr>
        <p:spPr>
          <a:xfrm flipV="1">
            <a:off x="2250073" y="4011678"/>
            <a:ext cx="0" cy="530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A837272-8767-AA77-1733-70045506638C}"/>
              </a:ext>
            </a:extLst>
          </p:cNvPr>
          <p:cNvSpPr txBox="1"/>
          <p:nvPr/>
        </p:nvSpPr>
        <p:spPr>
          <a:xfrm>
            <a:off x="1360713" y="454245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Estrazione SAP</a:t>
            </a:r>
          </a:p>
        </p:txBody>
      </p:sp>
    </p:spTree>
    <p:extLst>
      <p:ext uri="{BB962C8B-B14F-4D97-AF65-F5344CB8AC3E}">
        <p14:creationId xmlns:p14="http://schemas.microsoft.com/office/powerpoint/2010/main" val="1803922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81FAC5-BE14-2D41-DCB4-140E40474A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WBS D </a:t>
            </a:r>
            <a:r>
              <a:rPr lang="it-IT" dirty="0" err="1"/>
              <a:t>description</a:t>
            </a:r>
            <a:r>
              <a:rPr lang="it-IT" dirty="0"/>
              <a:t>_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DB21A2-B65E-6D87-5C5B-B87555BC7F3E}"/>
              </a:ext>
            </a:extLst>
          </p:cNvPr>
          <p:cNvSpPr txBox="1"/>
          <p:nvPr/>
        </p:nvSpPr>
        <p:spPr>
          <a:xfrm>
            <a:off x="805349" y="1447811"/>
            <a:ext cx="932905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LOGICA</a:t>
            </a:r>
          </a:p>
          <a:p>
            <a:r>
              <a:rPr lang="it-IT" dirty="0"/>
              <a:t>Se è un progetto di tipo D; prendo la descrizione WBS dalla tabella di </a:t>
            </a:r>
            <a:r>
              <a:rPr lang="it-IT" dirty="0" err="1"/>
              <a:t>Datasource</a:t>
            </a:r>
            <a:r>
              <a:rPr lang="it-IT" dirty="0"/>
              <a:t> </a:t>
            </a:r>
            <a:r>
              <a:rPr lang="it-IT" dirty="0" err="1"/>
              <a:t>matchando</a:t>
            </a:r>
            <a:r>
              <a:rPr lang="it-IT" dirty="0"/>
              <a:t> la WBS, altrimenti metto 0.</a:t>
            </a:r>
          </a:p>
          <a:p>
            <a:endParaRPr lang="it-IT" dirty="0"/>
          </a:p>
          <a:p>
            <a:endParaRPr lang="it-IT" dirty="0"/>
          </a:p>
          <a:p>
            <a:r>
              <a:rPr lang="it-IT" sz="2400" b="1" dirty="0"/>
              <a:t>FORMULA</a:t>
            </a:r>
            <a:endParaRPr lang="it-IT" b="1" dirty="0"/>
          </a:p>
          <a:p>
            <a:r>
              <a:rPr lang="it-IT" dirty="0"/>
              <a:t>=IF([@[</a:t>
            </a:r>
            <a:r>
              <a:rPr lang="it-IT" dirty="0">
                <a:solidFill>
                  <a:srgbClr val="FFC000"/>
                </a:solidFill>
              </a:rPr>
              <a:t>ProjType_</a:t>
            </a:r>
            <a:r>
              <a:rPr lang="it-IT" dirty="0"/>
              <a:t>]] ="D"; IFERROR( INDEX(</a:t>
            </a:r>
            <a:r>
              <a:rPr lang="it-IT" dirty="0" err="1"/>
              <a:t>table_tabprogettiD</a:t>
            </a:r>
            <a:r>
              <a:rPr lang="it-IT" dirty="0"/>
              <a:t>[PROJECT HIGHLIGHT];   MATCH( [@[</a:t>
            </a:r>
            <a:r>
              <a:rPr lang="it-IT" dirty="0">
                <a:solidFill>
                  <a:srgbClr val="FFC000"/>
                </a:solidFill>
              </a:rPr>
              <a:t>WBS_</a:t>
            </a:r>
            <a:r>
              <a:rPr lang="it-IT" dirty="0"/>
              <a:t>]] ; </a:t>
            </a:r>
            <a:r>
              <a:rPr lang="it-IT" dirty="0" err="1"/>
              <a:t>table_tabprogettiD</a:t>
            </a:r>
            <a:r>
              <a:rPr lang="it-IT" dirty="0"/>
              <a:t>[WBS]; 0));    ""); "")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E196BB-6509-6B94-FE55-74E6351F65C7}"/>
              </a:ext>
            </a:extLst>
          </p:cNvPr>
          <p:cNvSpPr txBox="1"/>
          <p:nvPr/>
        </p:nvSpPr>
        <p:spPr>
          <a:xfrm>
            <a:off x="672193" y="4945072"/>
            <a:ext cx="53503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[@[</a:t>
            </a:r>
            <a:r>
              <a:rPr lang="it-IT" dirty="0">
                <a:solidFill>
                  <a:srgbClr val="FFC000"/>
                </a:solidFill>
              </a:rPr>
              <a:t>ProjType_</a:t>
            </a:r>
            <a:r>
              <a:rPr lang="it-IT" dirty="0"/>
              <a:t>]]</a:t>
            </a:r>
            <a:r>
              <a:rPr lang="it-IT" dirty="0">
                <a:solidFill>
                  <a:srgbClr val="FFC000"/>
                </a:solidFill>
              </a:rPr>
              <a:t> </a:t>
            </a:r>
            <a:r>
              <a:rPr lang="it-IT" dirty="0"/>
              <a:t>=LEFT([@[</a:t>
            </a:r>
            <a:r>
              <a:rPr lang="it-IT" dirty="0">
                <a:solidFill>
                  <a:srgbClr val="00B0F0"/>
                </a:solidFill>
              </a:rPr>
              <a:t>WBS </a:t>
            </a:r>
            <a:r>
              <a:rPr lang="it-IT" dirty="0" err="1">
                <a:solidFill>
                  <a:srgbClr val="00B0F0"/>
                </a:solidFill>
              </a:rPr>
              <a:t>Element</a:t>
            </a:r>
            <a:r>
              <a:rPr lang="it-IT" dirty="0"/>
              <a:t>]]; 1)</a:t>
            </a:r>
          </a:p>
          <a:p>
            <a:r>
              <a:rPr lang="it-IT" dirty="0"/>
              <a:t>[@[</a:t>
            </a:r>
            <a:r>
              <a:rPr lang="it-IT" dirty="0">
                <a:solidFill>
                  <a:srgbClr val="FFC000"/>
                </a:solidFill>
              </a:rPr>
              <a:t>WBS_</a:t>
            </a:r>
            <a:r>
              <a:rPr lang="it-IT" dirty="0"/>
              <a:t>]]</a:t>
            </a:r>
            <a:r>
              <a:rPr lang="it-IT" dirty="0">
                <a:solidFill>
                  <a:srgbClr val="FFC000"/>
                </a:solidFill>
              </a:rPr>
              <a:t> </a:t>
            </a:r>
            <a:r>
              <a:rPr lang="it-IT" dirty="0"/>
              <a:t>=LEFT([@[</a:t>
            </a:r>
            <a:r>
              <a:rPr lang="it-IT" dirty="0">
                <a:solidFill>
                  <a:srgbClr val="00B0F0"/>
                </a:solidFill>
              </a:rPr>
              <a:t>WBS </a:t>
            </a:r>
            <a:r>
              <a:rPr lang="it-IT" dirty="0" err="1">
                <a:solidFill>
                  <a:srgbClr val="00B0F0"/>
                </a:solidFill>
              </a:rPr>
              <a:t>Element</a:t>
            </a:r>
            <a:r>
              <a:rPr lang="it-IT" dirty="0"/>
              <a:t>]]; 10)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67B5F8-67FB-A2D8-5F4E-1216B890A3A9}"/>
              </a:ext>
            </a:extLst>
          </p:cNvPr>
          <p:cNvCxnSpPr>
            <a:cxnSpLocks/>
          </p:cNvCxnSpPr>
          <p:nvPr/>
        </p:nvCxnSpPr>
        <p:spPr>
          <a:xfrm>
            <a:off x="348344" y="4632462"/>
            <a:ext cx="972094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565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CE486D-E6FF-FA83-2A21-3590AECD4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WBS M </a:t>
            </a:r>
            <a:r>
              <a:rPr lang="it-IT" dirty="0" err="1"/>
              <a:t>description</a:t>
            </a:r>
            <a:r>
              <a:rPr lang="it-IT" dirty="0"/>
              <a:t>_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D1E8A7-5D24-2935-820B-F8AB09A8D351}"/>
              </a:ext>
            </a:extLst>
          </p:cNvPr>
          <p:cNvSpPr txBox="1"/>
          <p:nvPr/>
        </p:nvSpPr>
        <p:spPr>
          <a:xfrm>
            <a:off x="727415" y="1137137"/>
            <a:ext cx="9233807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LOGICA</a:t>
            </a:r>
          </a:p>
          <a:p>
            <a:r>
              <a:rPr lang="it-IT" dirty="0"/>
              <a:t>Se </a:t>
            </a:r>
            <a:r>
              <a:rPr lang="it-IT" b="1" dirty="0" err="1"/>
              <a:t>ProjType</a:t>
            </a:r>
            <a:r>
              <a:rPr lang="it-IT" b="1" dirty="0"/>
              <a:t>_ ≠ "M"</a:t>
            </a:r>
            <a:r>
              <a:rPr lang="it-IT" dirty="0"/>
              <a:t> → cella vuota. Se </a:t>
            </a:r>
            <a:r>
              <a:rPr lang="it-IT" b="1" dirty="0" err="1"/>
              <a:t>ProjType</a:t>
            </a:r>
            <a:r>
              <a:rPr lang="it-IT" b="1" dirty="0"/>
              <a:t>_ = "M"</a:t>
            </a:r>
            <a:r>
              <a:rPr lang="it-IT" dirty="0"/>
              <a:t>: Se </a:t>
            </a:r>
            <a:r>
              <a:rPr lang="it-IT" b="1" dirty="0" err="1"/>
              <a:t>Resp</a:t>
            </a:r>
            <a:r>
              <a:rPr lang="it-IT" b="1" dirty="0"/>
              <a:t> 1°liv_ = «</a:t>
            </a:r>
            <a:r>
              <a:rPr lang="it-IT" dirty="0"/>
              <a:t>Rossi M.</a:t>
            </a:r>
            <a:r>
              <a:rPr lang="it-IT" b="1" dirty="0"/>
              <a:t>"</a:t>
            </a:r>
            <a:r>
              <a:rPr lang="it-IT" dirty="0"/>
              <a:t> </a:t>
            </a:r>
            <a:r>
              <a:rPr lang="it-IT" b="1" dirty="0"/>
              <a:t>e</a:t>
            </a:r>
            <a:r>
              <a:rPr lang="it-IT" dirty="0"/>
              <a:t> </a:t>
            </a:r>
            <a:r>
              <a:rPr lang="it-IT" b="1" dirty="0"/>
              <a:t>WBE </a:t>
            </a:r>
            <a:r>
              <a:rPr lang="it-IT" b="1" dirty="0" err="1"/>
              <a:t>description</a:t>
            </a:r>
            <a:r>
              <a:rPr lang="it-IT" b="1" dirty="0"/>
              <a:t>_ = "Machine </a:t>
            </a:r>
            <a:r>
              <a:rPr lang="it-IT" b="1" dirty="0" err="1"/>
              <a:t>Mgmt</a:t>
            </a:r>
            <a:r>
              <a:rPr lang="it-IT" b="1" dirty="0"/>
              <a:t>"</a:t>
            </a:r>
            <a:r>
              <a:rPr lang="it-IT" dirty="0"/>
              <a:t> → "</a:t>
            </a:r>
            <a:r>
              <a:rPr lang="it-IT" dirty="0" err="1"/>
              <a:t>Documentation</a:t>
            </a:r>
            <a:r>
              <a:rPr lang="it-IT" dirty="0"/>
              <a:t>".</a:t>
            </a:r>
          </a:p>
          <a:p>
            <a:r>
              <a:rPr lang="it-IT" dirty="0"/>
              <a:t>Altrimenti → il valore di </a:t>
            </a:r>
            <a:r>
              <a:rPr lang="it-IT" b="1" dirty="0"/>
              <a:t>WBE </a:t>
            </a:r>
            <a:r>
              <a:rPr lang="it-IT" b="1" dirty="0" err="1"/>
              <a:t>description</a:t>
            </a:r>
            <a:r>
              <a:rPr lang="it-IT" b="1" dirty="0"/>
              <a:t>_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sz="2400" b="1" dirty="0"/>
              <a:t>FORMULA</a:t>
            </a:r>
            <a:endParaRPr lang="it-IT" b="1" dirty="0"/>
          </a:p>
          <a:p>
            <a:r>
              <a:rPr lang="it-IT" dirty="0"/>
              <a:t>=IF( [@[</a:t>
            </a:r>
            <a:r>
              <a:rPr lang="it-IT" dirty="0">
                <a:solidFill>
                  <a:srgbClr val="FFC000"/>
                </a:solidFill>
              </a:rPr>
              <a:t>ProjType_</a:t>
            </a:r>
            <a:r>
              <a:rPr lang="it-IT" dirty="0"/>
              <a:t>]]="M";  IF(  AND([@[</a:t>
            </a:r>
            <a:r>
              <a:rPr lang="it-IT" dirty="0">
                <a:solidFill>
                  <a:srgbClr val="FFC000"/>
                </a:solidFill>
              </a:rPr>
              <a:t>Resp 1°liv_</a:t>
            </a:r>
            <a:r>
              <a:rPr lang="it-IT" dirty="0"/>
              <a:t>]]="Guidotti C."; [@[</a:t>
            </a:r>
            <a:r>
              <a:rPr lang="it-IT" dirty="0">
                <a:solidFill>
                  <a:srgbClr val="FFC000"/>
                </a:solidFill>
              </a:rPr>
              <a:t>WBE </a:t>
            </a:r>
            <a:r>
              <a:rPr lang="it-IT" dirty="0" err="1">
                <a:solidFill>
                  <a:srgbClr val="FFC000"/>
                </a:solidFill>
              </a:rPr>
              <a:t>description</a:t>
            </a:r>
            <a:r>
              <a:rPr lang="it-IT" dirty="0">
                <a:solidFill>
                  <a:srgbClr val="FFC000"/>
                </a:solidFill>
              </a:rPr>
              <a:t>_</a:t>
            </a:r>
            <a:r>
              <a:rPr lang="it-IT" dirty="0"/>
              <a:t>]]="Machine </a:t>
            </a:r>
            <a:r>
              <a:rPr lang="it-IT" dirty="0" err="1"/>
              <a:t>Mgmt</a:t>
            </a:r>
            <a:r>
              <a:rPr lang="it-IT" dirty="0"/>
              <a:t>"); "</a:t>
            </a:r>
            <a:r>
              <a:rPr lang="it-IT" dirty="0" err="1"/>
              <a:t>Documentation</a:t>
            </a:r>
            <a:r>
              <a:rPr lang="it-IT" dirty="0"/>
              <a:t>"; [@[</a:t>
            </a:r>
            <a:r>
              <a:rPr lang="it-IT" dirty="0">
                <a:solidFill>
                  <a:srgbClr val="FFC000"/>
                </a:solidFill>
              </a:rPr>
              <a:t>WBE </a:t>
            </a:r>
            <a:r>
              <a:rPr lang="it-IT" dirty="0" err="1">
                <a:solidFill>
                  <a:srgbClr val="FFC000"/>
                </a:solidFill>
              </a:rPr>
              <a:t>description</a:t>
            </a:r>
            <a:r>
              <a:rPr lang="it-IT" dirty="0">
                <a:solidFill>
                  <a:srgbClr val="FFC000"/>
                </a:solidFill>
              </a:rPr>
              <a:t>_</a:t>
            </a:r>
            <a:r>
              <a:rPr lang="it-IT" dirty="0"/>
              <a:t>]]);  "" 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6484EC-67B5-3BEC-51A8-A16A34A61941}"/>
              </a:ext>
            </a:extLst>
          </p:cNvPr>
          <p:cNvSpPr txBox="1"/>
          <p:nvPr/>
        </p:nvSpPr>
        <p:spPr>
          <a:xfrm>
            <a:off x="395401" y="4581367"/>
            <a:ext cx="53503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[@[</a:t>
            </a:r>
            <a:r>
              <a:rPr lang="it-IT" dirty="0">
                <a:solidFill>
                  <a:srgbClr val="FFC000"/>
                </a:solidFill>
              </a:rPr>
              <a:t>ProjType_</a:t>
            </a:r>
            <a:r>
              <a:rPr lang="it-IT" dirty="0"/>
              <a:t>]] = LEFT([@[</a:t>
            </a:r>
            <a:r>
              <a:rPr lang="it-IT" dirty="0">
                <a:solidFill>
                  <a:srgbClr val="00B0F0"/>
                </a:solidFill>
              </a:rPr>
              <a:t>WBS </a:t>
            </a:r>
            <a:r>
              <a:rPr lang="it-IT" dirty="0" err="1">
                <a:solidFill>
                  <a:srgbClr val="00B0F0"/>
                </a:solidFill>
              </a:rPr>
              <a:t>Element</a:t>
            </a:r>
            <a:r>
              <a:rPr lang="it-IT" dirty="0"/>
              <a:t>]]; 1)</a:t>
            </a:r>
          </a:p>
          <a:p>
            <a:endParaRPr lang="it-IT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9A5B38-3B00-A44D-1211-C7B39D3A1C07}"/>
              </a:ext>
            </a:extLst>
          </p:cNvPr>
          <p:cNvSpPr txBox="1"/>
          <p:nvPr/>
        </p:nvSpPr>
        <p:spPr>
          <a:xfrm>
            <a:off x="395401" y="4960702"/>
            <a:ext cx="5350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[@[</a:t>
            </a:r>
            <a:r>
              <a:rPr lang="it-IT" dirty="0">
                <a:solidFill>
                  <a:srgbClr val="FFC000"/>
                </a:solidFill>
              </a:rPr>
              <a:t>Resp 1°liv_</a:t>
            </a:r>
            <a:r>
              <a:rPr lang="it-IT" dirty="0"/>
              <a:t>]] = [@[</a:t>
            </a:r>
            <a:r>
              <a:rPr lang="it-IT" dirty="0">
                <a:solidFill>
                  <a:srgbClr val="00B0F0"/>
                </a:solidFill>
              </a:rPr>
              <a:t>Resp 1°liv</a:t>
            </a:r>
            <a:r>
              <a:rPr lang="it-IT" dirty="0"/>
              <a:t>]]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579C7F-371C-0F6B-F674-D50CFC02DC69}"/>
              </a:ext>
            </a:extLst>
          </p:cNvPr>
          <p:cNvSpPr txBox="1"/>
          <p:nvPr/>
        </p:nvSpPr>
        <p:spPr>
          <a:xfrm>
            <a:off x="395400" y="5366961"/>
            <a:ext cx="9897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[@[</a:t>
            </a:r>
            <a:r>
              <a:rPr lang="it-IT" dirty="0">
                <a:solidFill>
                  <a:srgbClr val="FFC000"/>
                </a:solidFill>
              </a:rPr>
              <a:t>WBE </a:t>
            </a:r>
            <a:r>
              <a:rPr lang="it-IT" dirty="0" err="1">
                <a:solidFill>
                  <a:srgbClr val="FFC000"/>
                </a:solidFill>
              </a:rPr>
              <a:t>description</a:t>
            </a:r>
            <a:r>
              <a:rPr lang="it-IT" dirty="0">
                <a:solidFill>
                  <a:srgbClr val="FFC000"/>
                </a:solidFill>
              </a:rPr>
              <a:t>_</a:t>
            </a:r>
            <a:r>
              <a:rPr lang="it-IT" dirty="0"/>
              <a:t>]] =INDEX(</a:t>
            </a:r>
            <a:r>
              <a:rPr lang="it-IT" dirty="0">
                <a:highlight>
                  <a:srgbClr val="FFFF00"/>
                </a:highlight>
              </a:rPr>
              <a:t>CN43N</a:t>
            </a:r>
            <a:r>
              <a:rPr lang="it-IT" dirty="0"/>
              <a:t>!D:E;MATCH([@[</a:t>
            </a:r>
            <a:r>
              <a:rPr lang="it-IT" dirty="0">
                <a:solidFill>
                  <a:srgbClr val="00B0F0"/>
                </a:solidFill>
              </a:rPr>
              <a:t>WBE Name</a:t>
            </a:r>
            <a:r>
              <a:rPr lang="it-IT" dirty="0"/>
              <a:t>]]&amp;"";CN43N!D:D;0);2)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8073BF6-D700-3406-6758-FAB165F31D46}"/>
              </a:ext>
            </a:extLst>
          </p:cNvPr>
          <p:cNvCxnSpPr>
            <a:cxnSpLocks/>
          </p:cNvCxnSpPr>
          <p:nvPr/>
        </p:nvCxnSpPr>
        <p:spPr>
          <a:xfrm>
            <a:off x="348344" y="4565629"/>
            <a:ext cx="972094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855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3302D7-AA39-EB66-2D6B-2289F9C2B4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WBE per WBS-K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0B0F9-E86D-863C-6AD8-29F9C0A28094}"/>
              </a:ext>
            </a:extLst>
          </p:cNvPr>
          <p:cNvSpPr txBox="1"/>
          <p:nvPr/>
        </p:nvSpPr>
        <p:spPr>
          <a:xfrm>
            <a:off x="900791" y="1437306"/>
            <a:ext cx="9015889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LOGICA</a:t>
            </a:r>
          </a:p>
          <a:p>
            <a:r>
              <a:rPr lang="it-IT" dirty="0"/>
              <a:t>Primi 18 caratteri della WBS</a:t>
            </a:r>
          </a:p>
          <a:p>
            <a:endParaRPr lang="it-IT" dirty="0"/>
          </a:p>
          <a:p>
            <a:r>
              <a:rPr lang="it-IT" sz="2400" b="1" dirty="0"/>
              <a:t>FORMULA</a:t>
            </a:r>
            <a:endParaRPr lang="it-IT" b="1" dirty="0"/>
          </a:p>
          <a:p>
            <a:r>
              <a:rPr lang="it-IT" dirty="0"/>
              <a:t>=LEFT([@[</a:t>
            </a:r>
            <a:r>
              <a:rPr lang="it-IT" dirty="0">
                <a:solidFill>
                  <a:srgbClr val="00B0F0"/>
                </a:solidFill>
              </a:rPr>
              <a:t>WBS </a:t>
            </a:r>
            <a:r>
              <a:rPr lang="it-IT" dirty="0" err="1">
                <a:solidFill>
                  <a:srgbClr val="00B0F0"/>
                </a:solidFill>
              </a:rPr>
              <a:t>Element</a:t>
            </a:r>
            <a:r>
              <a:rPr lang="it-IT" dirty="0"/>
              <a:t>]]; 18 )</a:t>
            </a:r>
          </a:p>
        </p:txBody>
      </p:sp>
    </p:spTree>
    <p:extLst>
      <p:ext uri="{BB962C8B-B14F-4D97-AF65-F5344CB8AC3E}">
        <p14:creationId xmlns:p14="http://schemas.microsoft.com/office/powerpoint/2010/main" val="39363399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GQAdmSGynkWdsxuuntDs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iEuaEwLfpY1aeJXE5H72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3pt3BH__dT2lNIL1P1Vf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5nazI6P0AlcKNJf4CbBP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y3u5VV4WllVmmJOdgAxS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HJJVDOmhe9ljSe4LRQv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aVv4PLg.OuiRF8kPdoP2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rcV_SYXSF2TtK37FxJKf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GD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o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Index">
  <a:themeElements>
    <a:clrScheme name="COSIA palette">
      <a:dk1>
        <a:srgbClr val="5F676A"/>
      </a:dk1>
      <a:lt1>
        <a:sysClr val="window" lastClr="FFFFFF"/>
      </a:lt1>
      <a:dk2>
        <a:srgbClr val="CB0026"/>
      </a:dk2>
      <a:lt2>
        <a:srgbClr val="FFFFFF"/>
      </a:lt2>
      <a:accent1>
        <a:srgbClr val="D10025"/>
      </a:accent1>
      <a:accent2>
        <a:srgbClr val="D7293F"/>
      </a:accent2>
      <a:accent3>
        <a:srgbClr val="DD4557"/>
      </a:accent3>
      <a:accent4>
        <a:srgbClr val="E56A79"/>
      </a:accent4>
      <a:accent5>
        <a:srgbClr val="EB8F9A"/>
      </a:accent5>
      <a:accent6>
        <a:srgbClr val="60656A"/>
      </a:accent6>
      <a:hlink>
        <a:srgbClr val="1500F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Inner page">
  <a:themeElements>
    <a:clrScheme name="COSIA palette">
      <a:dk1>
        <a:srgbClr val="5F676A"/>
      </a:dk1>
      <a:lt1>
        <a:sysClr val="window" lastClr="FFFFFF"/>
      </a:lt1>
      <a:dk2>
        <a:srgbClr val="CB0026"/>
      </a:dk2>
      <a:lt2>
        <a:srgbClr val="FFFFFF"/>
      </a:lt2>
      <a:accent1>
        <a:srgbClr val="D10025"/>
      </a:accent1>
      <a:accent2>
        <a:srgbClr val="D7293F"/>
      </a:accent2>
      <a:accent3>
        <a:srgbClr val="DD4557"/>
      </a:accent3>
      <a:accent4>
        <a:srgbClr val="E56A79"/>
      </a:accent4>
      <a:accent5>
        <a:srgbClr val="EB8F9A"/>
      </a:accent5>
      <a:accent6>
        <a:srgbClr val="60656A"/>
      </a:accent6>
      <a:hlink>
        <a:srgbClr val="1500F2"/>
      </a:hlink>
      <a:folHlink>
        <a:srgbClr val="800080"/>
      </a:folHlink>
    </a:clrScheme>
    <a:fontScheme name="Office classico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Dark, Insert background image">
  <a:themeElements>
    <a:clrScheme name="Dark-Coesia">
      <a:dk1>
        <a:srgbClr val="FFFFFF"/>
      </a:dk1>
      <a:lt1>
        <a:sysClr val="window" lastClr="FFFFFF"/>
      </a:lt1>
      <a:dk2>
        <a:srgbClr val="FFFFFF"/>
      </a:dk2>
      <a:lt2>
        <a:srgbClr val="FFFFFF"/>
      </a:lt2>
      <a:accent1>
        <a:srgbClr val="5F676A"/>
      </a:accent1>
      <a:accent2>
        <a:srgbClr val="CB0026"/>
      </a:accent2>
      <a:accent3>
        <a:srgbClr val="9DA4A7"/>
      </a:accent3>
      <a:accent4>
        <a:srgbClr val="EB8F9A"/>
      </a:accent4>
      <a:accent5>
        <a:srgbClr val="DEE0E1"/>
      </a:accent5>
      <a:accent6>
        <a:srgbClr val="FBE8EA"/>
      </a:accent6>
      <a:hlink>
        <a:srgbClr val="1500F2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9525" cap="flat" cmpd="sng" algn="ctr">
          <a:solidFill>
            <a:schemeClr val="bg1"/>
          </a:solidFill>
          <a:prstDash val="solid"/>
        </a:ln>
        <a:effectLst/>
      </a:spPr>
      <a:bodyPr rtlCol="0" anchor="ctr"/>
      <a:lstStyle>
        <a:defPPr marL="0" marR="0" indent="0" algn="ctr" defTabSz="4572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prstClr val="white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spDef>
    <a:txDef>
      <a:spPr/>
      <a:bodyPr tIns="46800"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esia-template-draft-20170517.potx" id="{BFD718E0-4CCB-4864-A0BE-591CEE74BCBA}" vid="{85857E94-9B52-4D0C-94E3-1BE51A901FEF}"/>
    </a:ext>
  </a:extLst>
</a:theme>
</file>

<file path=ppt/theme/theme5.xml><?xml version="1.0" encoding="utf-8"?>
<a:theme xmlns:a="http://schemas.openxmlformats.org/drawingml/2006/main" name="Corporate, Insert background image">
  <a:themeElements>
    <a:clrScheme name="Dark-Coesia">
      <a:dk1>
        <a:srgbClr val="FFFFFF"/>
      </a:dk1>
      <a:lt1>
        <a:sysClr val="window" lastClr="FFFFFF"/>
      </a:lt1>
      <a:dk2>
        <a:srgbClr val="FFFFFF"/>
      </a:dk2>
      <a:lt2>
        <a:srgbClr val="FFFFFF"/>
      </a:lt2>
      <a:accent1>
        <a:srgbClr val="5F676A"/>
      </a:accent1>
      <a:accent2>
        <a:srgbClr val="CB0026"/>
      </a:accent2>
      <a:accent3>
        <a:srgbClr val="9DA4A7"/>
      </a:accent3>
      <a:accent4>
        <a:srgbClr val="EB8F9A"/>
      </a:accent4>
      <a:accent5>
        <a:srgbClr val="DEE0E1"/>
      </a:accent5>
      <a:accent6>
        <a:srgbClr val="FBE8EA"/>
      </a:accent6>
      <a:hlink>
        <a:srgbClr val="1500F2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9525" cap="flat" cmpd="sng" algn="ctr">
          <a:solidFill>
            <a:schemeClr val="bg1"/>
          </a:solidFill>
          <a:prstDash val="solid"/>
        </a:ln>
        <a:effectLst/>
      </a:spPr>
      <a:bodyPr rtlCol="0" anchor="ctr"/>
      <a:lstStyle>
        <a:defPPr marL="0" marR="0" indent="0" algn="ctr" defTabSz="4572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prstClr val="white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spDef>
    <a:txDef>
      <a:spPr/>
      <a:bodyPr tIns="46800"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esia-template-draft-20170517.potx" id="{BFD718E0-4CCB-4864-A0BE-591CEE74BCBA}" vid="{8BA199EC-641E-48D8-A32A-33F9B2E0ABE1}"/>
    </a:ext>
  </a:extLst>
</a:theme>
</file>

<file path=ppt/theme/theme6.xml><?xml version="1.0" encoding="utf-8"?>
<a:theme xmlns:a="http://schemas.openxmlformats.org/drawingml/2006/main" name="People, Insert background image">
  <a:themeElements>
    <a:clrScheme name="Dark-Coesia">
      <a:dk1>
        <a:srgbClr val="FFFFFF"/>
      </a:dk1>
      <a:lt1>
        <a:sysClr val="window" lastClr="FFFFFF"/>
      </a:lt1>
      <a:dk2>
        <a:srgbClr val="FFFFFF"/>
      </a:dk2>
      <a:lt2>
        <a:srgbClr val="FFFFFF"/>
      </a:lt2>
      <a:accent1>
        <a:srgbClr val="5F676A"/>
      </a:accent1>
      <a:accent2>
        <a:srgbClr val="CB0026"/>
      </a:accent2>
      <a:accent3>
        <a:srgbClr val="9DA4A7"/>
      </a:accent3>
      <a:accent4>
        <a:srgbClr val="EB8F9A"/>
      </a:accent4>
      <a:accent5>
        <a:srgbClr val="DEE0E1"/>
      </a:accent5>
      <a:accent6>
        <a:srgbClr val="FBE8EA"/>
      </a:accent6>
      <a:hlink>
        <a:srgbClr val="1500F2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9525" cap="flat" cmpd="sng" algn="ctr">
          <a:solidFill>
            <a:schemeClr val="bg1"/>
          </a:solidFill>
          <a:prstDash val="solid"/>
        </a:ln>
        <a:effectLst/>
      </a:spPr>
      <a:bodyPr rtlCol="0" anchor="ctr"/>
      <a:lstStyle>
        <a:defPPr marL="0" marR="0" indent="0" algn="ctr" defTabSz="4572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prstClr val="white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spDef>
    <a:txDef>
      <a:spPr/>
      <a:bodyPr tIns="46800"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esia-template-draft-20170517.potx" id="{BFD718E0-4CCB-4864-A0BE-591CEE74BCBA}" vid="{2CC793CE-AB04-428C-B75E-3492EDD7D55D}"/>
    </a:ext>
  </a:extLst>
</a:theme>
</file>

<file path=ppt/theme/theme7.xml><?xml version="1.0" encoding="utf-8"?>
<a:theme xmlns:a="http://schemas.openxmlformats.org/drawingml/2006/main" name="Dark overlay, Insert background image">
  <a:themeElements>
    <a:clrScheme name="Dark-Coesia">
      <a:dk1>
        <a:srgbClr val="FFFFFF"/>
      </a:dk1>
      <a:lt1>
        <a:sysClr val="window" lastClr="FFFFFF"/>
      </a:lt1>
      <a:dk2>
        <a:srgbClr val="FFFFFF"/>
      </a:dk2>
      <a:lt2>
        <a:srgbClr val="FFFFFF"/>
      </a:lt2>
      <a:accent1>
        <a:srgbClr val="5F676A"/>
      </a:accent1>
      <a:accent2>
        <a:srgbClr val="CB0026"/>
      </a:accent2>
      <a:accent3>
        <a:srgbClr val="9DA4A7"/>
      </a:accent3>
      <a:accent4>
        <a:srgbClr val="EB8F9A"/>
      </a:accent4>
      <a:accent5>
        <a:srgbClr val="DEE0E1"/>
      </a:accent5>
      <a:accent6>
        <a:srgbClr val="FBE8EA"/>
      </a:accent6>
      <a:hlink>
        <a:srgbClr val="1500F2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9525" cap="flat" cmpd="sng" algn="ctr">
          <a:solidFill>
            <a:schemeClr val="bg1"/>
          </a:solidFill>
          <a:prstDash val="solid"/>
        </a:ln>
        <a:effectLst/>
      </a:spPr>
      <a:bodyPr rtlCol="0" anchor="ctr"/>
      <a:lstStyle>
        <a:defPPr marL="0" marR="0" indent="0" algn="ctr" defTabSz="4572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prstClr val="white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spDef>
    <a:txDef>
      <a:spPr/>
      <a:bodyPr tIns="46800"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esia-template-draft-20170517.potx" id="{BFD718E0-4CCB-4864-A0BE-591CEE74BCBA}" vid="{10485A2A-28BD-42B4-82BA-9F3E8A128CAB}"/>
    </a:ext>
  </a:extLst>
</a:theme>
</file>

<file path=ppt/theme/theme8.xml><?xml version="1.0" encoding="utf-8"?>
<a:theme xmlns:a="http://schemas.openxmlformats.org/drawingml/2006/main" name="2_Dark, Insert background image">
  <a:themeElements>
    <a:clrScheme name="Dark-Coesia">
      <a:dk1>
        <a:srgbClr val="FFFFFF"/>
      </a:dk1>
      <a:lt1>
        <a:sysClr val="window" lastClr="FFFFFF"/>
      </a:lt1>
      <a:dk2>
        <a:srgbClr val="FFFFFF"/>
      </a:dk2>
      <a:lt2>
        <a:srgbClr val="FFFFFF"/>
      </a:lt2>
      <a:accent1>
        <a:srgbClr val="5F676A"/>
      </a:accent1>
      <a:accent2>
        <a:srgbClr val="CB0026"/>
      </a:accent2>
      <a:accent3>
        <a:srgbClr val="9DA4A7"/>
      </a:accent3>
      <a:accent4>
        <a:srgbClr val="EB8F9A"/>
      </a:accent4>
      <a:accent5>
        <a:srgbClr val="DEE0E1"/>
      </a:accent5>
      <a:accent6>
        <a:srgbClr val="FBE8EA"/>
      </a:accent6>
      <a:hlink>
        <a:srgbClr val="1500F2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9525" cap="flat" cmpd="sng" algn="ctr">
          <a:solidFill>
            <a:schemeClr val="bg1"/>
          </a:solidFill>
          <a:prstDash val="solid"/>
        </a:ln>
        <a:effectLst/>
      </a:spPr>
      <a:bodyPr rtlCol="0" anchor="ctr"/>
      <a:lstStyle>
        <a:defPPr marL="0" marR="0" indent="0" algn="ctr" defTabSz="4572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prstClr val="white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spDef>
    <a:txDef>
      <a:spPr/>
      <a:bodyPr tIns="46800"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esia-template-draft-20170517.potx" id="{BFD718E0-4CCB-4864-A0BE-591CEE74BCBA}" vid="{85857E94-9B52-4D0C-94E3-1BE51A901FEF}"/>
    </a:ext>
  </a:extLst>
</a:theme>
</file>

<file path=ppt/theme/theme9.xml><?xml version="1.0" encoding="utf-8"?>
<a:theme xmlns:a="http://schemas.openxmlformats.org/drawingml/2006/main" name="1_Full size content">
  <a:themeElements>
    <a:clrScheme name="Coesia">
      <a:dk1>
        <a:srgbClr val="5F676A"/>
      </a:dk1>
      <a:lt1>
        <a:sysClr val="window" lastClr="FFFFFF"/>
      </a:lt1>
      <a:dk2>
        <a:srgbClr val="CB0026"/>
      </a:dk2>
      <a:lt2>
        <a:srgbClr val="FFFFFF"/>
      </a:lt2>
      <a:accent1>
        <a:srgbClr val="5F676A"/>
      </a:accent1>
      <a:accent2>
        <a:srgbClr val="CB0026"/>
      </a:accent2>
      <a:accent3>
        <a:srgbClr val="9DA4A7"/>
      </a:accent3>
      <a:accent4>
        <a:srgbClr val="EB8F9A"/>
      </a:accent4>
      <a:accent5>
        <a:srgbClr val="DEE0E1"/>
      </a:accent5>
      <a:accent6>
        <a:srgbClr val="FBE8EA"/>
      </a:accent6>
      <a:hlink>
        <a:srgbClr val="1500F2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9525" cap="flat" cmpd="sng" algn="ctr">
          <a:solidFill>
            <a:schemeClr val="bg1"/>
          </a:solidFill>
          <a:prstDash val="solid"/>
        </a:ln>
        <a:effectLst/>
      </a:spPr>
      <a:bodyPr rtlCol="0" anchor="ctr"/>
      <a:lstStyle>
        <a:defPPr marL="0" marR="0" indent="0" algn="ctr" defTabSz="4572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prstClr val="white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spDef>
    <a:txDef>
      <a:spPr/>
      <a:bodyPr tIns="46800"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esia-template-draft-20170517.potx" id="{BFD718E0-4CCB-4864-A0BE-591CEE74BCBA}" vid="{2987091F-1F69-4819-8EA9-EB349460A023}"/>
    </a:ext>
  </a:extLst>
</a:theme>
</file>

<file path=ppt/theme/theme10.xml><?xml version="1.0" encoding="utf-8"?>
<a:theme xmlns:a="http://schemas.openxmlformats.org/drawingml/2006/main" name="STANDARD layout Coesia 16:9">
  <a:themeElements>
    <a:clrScheme name="Coesia">
      <a:dk1>
        <a:srgbClr val="5F676A"/>
      </a:dk1>
      <a:lt1>
        <a:sysClr val="window" lastClr="FFFFFF"/>
      </a:lt1>
      <a:dk2>
        <a:srgbClr val="CB0026"/>
      </a:dk2>
      <a:lt2>
        <a:srgbClr val="FFFFFF"/>
      </a:lt2>
      <a:accent1>
        <a:srgbClr val="5F676A"/>
      </a:accent1>
      <a:accent2>
        <a:srgbClr val="CB0026"/>
      </a:accent2>
      <a:accent3>
        <a:srgbClr val="9DA4A7"/>
      </a:accent3>
      <a:accent4>
        <a:srgbClr val="EB8F9A"/>
      </a:accent4>
      <a:accent5>
        <a:srgbClr val="DEE0E1"/>
      </a:accent5>
      <a:accent6>
        <a:srgbClr val="FBE8EA"/>
      </a:accent6>
      <a:hlink>
        <a:srgbClr val="1500F2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9525" cap="flat" cmpd="sng" algn="ctr">
          <a:solidFill>
            <a:schemeClr val="bg1"/>
          </a:solidFill>
          <a:prstDash val="solid"/>
        </a:ln>
        <a:effectLst/>
      </a:spPr>
      <a:bodyPr rtlCol="0" anchor="ctr"/>
      <a:lstStyle>
        <a:defPPr marL="0" marR="0" indent="0" algn="ctr" defTabSz="4572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prstClr val="white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spDef>
    <a:txDef>
      <a:spPr/>
      <a:bodyPr tIns="46800"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esia-template-draft-20170517.potx" id="{BFD718E0-4CCB-4864-A0BE-591CEE74BCBA}" vid="{7C5D3784-9861-4A75-8CB4-E17F6C8F360B}"/>
    </a:ext>
  </a:extLst>
</a:theme>
</file>

<file path=ppt/theme/theme1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GD_template</Template>
  <TotalTime>21467</TotalTime>
  <Words>1258</Words>
  <Application>Microsoft Office PowerPoint</Application>
  <PresentationFormat>Custom</PresentationFormat>
  <Paragraphs>175</Paragraphs>
  <Slides>21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10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7" baseType="lpstr">
      <vt:lpstr>72 Condensed</vt:lpstr>
      <vt:lpstr>Arial</vt:lpstr>
      <vt:lpstr>Calibri</vt:lpstr>
      <vt:lpstr>Wingdings</vt:lpstr>
      <vt:lpstr>Wingdings 2</vt:lpstr>
      <vt:lpstr>GD_template</vt:lpstr>
      <vt:lpstr>Index</vt:lpstr>
      <vt:lpstr>Inner page</vt:lpstr>
      <vt:lpstr>1_Dark, Insert background image</vt:lpstr>
      <vt:lpstr>Corporate, Insert background image</vt:lpstr>
      <vt:lpstr>People, Insert background image</vt:lpstr>
      <vt:lpstr>Dark overlay, Insert background image</vt:lpstr>
      <vt:lpstr>2_Dark, Insert background image</vt:lpstr>
      <vt:lpstr>1_Full size content</vt:lpstr>
      <vt:lpstr>STANDARD layout Coesia 16:9</vt:lpstr>
      <vt:lpstr>Diapositiva think-cell</vt:lpstr>
      <vt:lpstr>ANALISI FORMULE EXCEL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mgolfier</dc:creator>
  <cp:lastModifiedBy>Perrino, Francesco</cp:lastModifiedBy>
  <cp:revision>449</cp:revision>
  <cp:lastPrinted>2017-08-08T07:27:09Z</cp:lastPrinted>
  <dcterms:created xsi:type="dcterms:W3CDTF">2015-06-10T12:48:40Z</dcterms:created>
  <dcterms:modified xsi:type="dcterms:W3CDTF">2025-11-27T13:56:18Z</dcterms:modified>
</cp:coreProperties>
</file>